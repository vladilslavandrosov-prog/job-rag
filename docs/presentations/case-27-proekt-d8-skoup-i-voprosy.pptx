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волны требуют детализации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НАШИ ВОПРОСЫ · ПО ВОЛНАМ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от заказчика по каждой волне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критерий достижения — вопросы к Д8, не наши формулировки. Плюс что нужно уточнить по содержанию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КРИТИЧНЫЙ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1 — RAG-документы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результат для бизнеса должна дать волна 1? Что изменится для пользователей/процессов?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Толкование: новые типы документов / улучшение существующих / новая коллекция?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и объём: темы, количество коллекций и документов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 волны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каким признакам вы будете считать волну 1 завершённой и успешной?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2054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170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170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2 — КХД / ESB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52170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2170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бизнес-задачу решает расширение ESB/КХД? Что станет возможным, чего нет сейчас?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2170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Витрины: список, владельцы на стороне Д8, точное число сверх 4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шины: система-источник, формат, ответственный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КХД: периметр хранилища; пользователи и роли волны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6684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1314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314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какому набору проверок/сценариев вы примете волну 2 как завершённую?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932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3+ — направление не определено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33932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33932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направление определится — какая бизнес-цель будет стоять за волной 3+?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3932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Кандидаты: роли, динамические права, новые источники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оргструктура — факт, не гипотеза из мастер-ТЗ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определится — тот же набор параметров, что у волн 1–2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8446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3076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43076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Какими критериями вы будете руководствоваться при выборе направления?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«Наши вопросы» → Волна 2)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через API — где они хранятся и администрируются: внутри платформы, или платформа лишь получает их из внешней системы и применяет? Если второе — какая система источник и как часто обновляется?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что имеется в виду: (а) подключение/отключение целых каталогов данных внутри домена, или (б) выбор персоны/профиля с отдельным набором прав? Разный объём реализации.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механика: фильтр по документам внутри существующей коллекции, или отдельная новая коллекция, которую пользователь создаёт и наполняет сам?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нужен конкретный кейс: как должен выглядеть процесс пошагово (кто инициирует, какие поля, кто подтверждает).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НАШИ ПРЕДЛОЖЕНИЯ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Рабочая позиция по умолчанию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основе программы проекта — проще поправить готовое предложение, чем отвечать на открытый вопрос с нуля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48640"/>
                <a:gridCol w="4754880"/>
                <a:gridCol w="58521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Предложение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Обоснование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 — закрыть звонком, не перепиской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Три толкования слишком разные по объёму работ, чтобы гадать — первый вопрос из всего списка.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ESB/КХД (волна 2) зафиксировать письменно как есть — расширение, не сужение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3 пилотных источника остаются; ESB и КХД получают расширение, MCP-сервер — на пилотном уровне.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Разграничение прав compliance/менеджер — сделать обязательным для проекта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Д8 — брокер/инвесткомпания: доступ менеджера к чужим клиентам — комплаенс-риск, не UX-неудобство.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— не блокировать волну 2, но зафиксировать как 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Волну 2 запускать на статичной модели (как в пилоте); чувствительные волны — только когда готово с обеих сторон.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 (роллаут по ролям) — порядок по умолчанию: фронт-офис → аналитики/УК → руководство → бэк-офис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Фронт-офис уже протестирован в пилоте — наименьший риск; бэк-офис — самые чувствительные данные, последним.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 перехода — не ждать дозакрытия сценариев 6 и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Перенести оба пункта в список долга бизнес-кейса П1, а не тихо забыть при переходе в проект.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АРХИТЕКТУРА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 получатели данных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 по фактам пилота (не проектный скоуп) — расширение см. в разделе «Программа проекта»</a:t>
            </a:r>
            <a:endParaRPr lang="en-US" sz="1300" dirty="0"/>
          </a:p>
        </p:txBody>
      </p:sp>
      <p:pic>
        <p:nvPicPr>
          <p:cNvPr id="5" name="Image 0" descr="arhitektura-pilo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783080"/>
            <a:ext cx="7863840" cy="4456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2026-09-14T17:32:46Z</dcterms:created>
  <dcterms:modified xsi:type="dcterms:W3CDTF">2026-09-14T17:32:46Z</dcterms:modified>
</cp:coreProperties>
</file>