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волны требуют детализации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НАШИ ВОПРОСЫ · ПО ВОЛНАМ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от заказчика по каждой волне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критерий достижения — вопросы к Д8, не наши формулировки. Плюс что нужно уточнить по содержанию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КРИТИЧНЫЙ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1 — RAG-документы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результат для бизнеса должна дать волна 1? Что изменится для пользователей/процессов?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Толкование: новые типы документов / улучшение существующих / новая коллекция?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и объём: темы, количество коллекций и документов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и роли волны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922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каким признакам вы будете считать волну 1 завершённой и успешной?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2054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170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170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2 — КХД / ESB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52170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52170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бизнес-задачу решает расширение ESB/КХД? Что станет возможным, чего нет сейчас?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2170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Витрины: список, владельцы на стороне Д8, точное число сверх 4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шины: система-источник, формат, ответственный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КХД: периметр хранилища; пользователи и роли волны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6684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1314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314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какому набору проверок/сценариев вы примете волну 2 как завершённую?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3816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39328" y="1856232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339328" y="2112264"/>
            <a:ext cx="3118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3+ — направление не определено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339328" y="2697480"/>
            <a:ext cx="3118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ЦЕЛЬ ВОЛНЫ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339328" y="2990088"/>
            <a:ext cx="3118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направление определится — какая бизнес-цель будет стоять за волной 3+?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39328" y="3502152"/>
            <a:ext cx="31181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Кандидаты: роли, динамические права, новые источники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оргструктура — факт, не гипотеза из мастер-ТЗ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определится — тот же набор параметров, что у волн 1–2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84464" y="5056632"/>
            <a:ext cx="3227832" cy="996696"/>
          </a:xfrm>
          <a:prstGeom prst="roundRect">
            <a:avLst>
              <a:gd name="adj" fmla="val 3670"/>
            </a:avLst>
          </a:prstGeom>
          <a:solidFill>
            <a:srgbClr val="FBF3E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30768" y="5166360"/>
            <a:ext cx="2935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— КРИТЕРИЙ ДОСТИЖЕНИЯ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430768" y="5477256"/>
            <a:ext cx="29352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Какими критериями вы будете руководствоваться при выборе направления?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«Наши вопросы» → Волна 2)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через API — где они хранятся и администрируются: внутри платформы, или платформа лишь получает их из внешней системы и применяет? Если второе — какая система источник и как часто обновляется?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что имеется в виду: (а) подключение/отключение целых каталогов данных внутри домена, или (б) выбор персоны/профиля с отдельным набором прав? Разный объём реализации.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механика: фильтр по документам внутри существующей коллекции, или отдельная новая коллекция, которую пользователь создаёт и наполняет сам?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нужен конкретный кейс: как должен выглядеть процесс пошагово (кто инициирует, какие поля, кто подтверждает).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2026-09-14T17:47:03Z</dcterms:created>
  <dcterms:modified xsi:type="dcterms:W3CDTF">2026-09-14T17:47:03Z</dcterms:modified>
</cp:coreProperties>
</file>