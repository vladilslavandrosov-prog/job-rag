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2 — ПРОЕКТ · ВНЕДРЕНИЕ ПЛАТФОРМЫ «КАМЕРАТА»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Скоуп проекта Д8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28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 проекта, реестр зафиксированных пожеланий заказчика и наши вопросы.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этапов и волн в программе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0215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50215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пунктов реестра пожеланий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679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3679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волны требуют детализации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0684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7143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917143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вопроса по пожеланиям заказчика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АРХИТЕКТУРА ПИЛОТА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 и получатели данных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«Камерата» по фактам пилота (не проектный скоуп) — расширение на следующих слайдах</a:t>
            </a:r>
            <a:endParaRPr lang="en-US" sz="1300" dirty="0"/>
          </a:p>
        </p:txBody>
      </p:sp>
      <p:pic>
        <p:nvPicPr>
          <p:cNvPr id="5" name="Image 0" descr="arhitektura-pilo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783080"/>
            <a:ext cx="7863840" cy="4456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ПРОГРАММА ПРОЕКТА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Этапы и волны — цели, сроки, статус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Сроки ориентировочные — без реального прецедента (Кейс 2 методики)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1463040"/>
                <a:gridCol w="5120640"/>
                <a:gridCol w="27432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Этап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Содержание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Примерный срок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Целевая архитектура и карта волн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недели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RAG-документы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≈2–4 недели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Ожидает уточнения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Расширение КХД и ESB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≈4–6 недель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Ожидает уточнения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3+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определено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определено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Открыто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Промышленная эксплуатация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После приёмки волны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Постоянные улучшения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формального конца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63093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Волна 2 требует отдельного детального состава работ (см. «Наши вопросы» → Волна 2) — срок 4–6 недель ориентировочен на весь объём расширения ESB/КХД.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ЗАФИКСИРОВАННЫЕ ПОЖЕЛАНИЯ ЗАКАЗЧИКА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Реестр предложений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пунктов backlog платформы. 4 пункта требуют ответа от Д8 — остальные уже в плане платформы или решаются внутри команды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5669280"/>
                <a:gridCol w="1554480"/>
                <a:gridCol w="1828800"/>
                <a:gridCol w="2103120"/>
              </a:tblGrid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Пункт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Реализация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Уточнение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Мультидоменная авторизация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Работа с MS Office 365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Поддержка актуальной версии API (web search)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C99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Уточняем сами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Замены в анонимизируемых данных — именованные правила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Обновление данных в RAG через API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Динамические права доступа через таблицы/API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Работа с графиками (визуал)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кв. — 1 кв.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пользователей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Пользовательская и админская документация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НАШИ ВОПРОСЫ · ПО ВОЛНАМ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нужно от заказчика по каждой волне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и тот же набор параметров на каждую волну: состав данных, витрины/коллекции, пользователи, роли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3520440" cy="4526280"/>
          </a:xfrm>
          <a:prstGeom prst="roundRect">
            <a:avLst>
              <a:gd name="adj" fmla="val 1558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" y="1874520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КРИТИЧНЫЙ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148840"/>
            <a:ext cx="3118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Волна 1 — RAG-документы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2834640"/>
            <a:ext cx="31181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Толкование: новые типы документов / улучшение существующих / отдельная новая коллекция?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данных: какие темы/типы документов (если новые)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Количество коллекций: расширяются текущие 2, или новые — сколько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Объём: примерное число документов в корпусе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Пользователи и роли: кто получит доступ именно в этой волне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20540" y="1691640"/>
            <a:ext cx="3520440" cy="4526280"/>
          </a:xfrm>
          <a:prstGeom prst="roundRect">
            <a:avLst>
              <a:gd name="adj" fmla="val 1558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1708" y="1874520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ВЫСОКИЙ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21708" y="2148840"/>
            <a:ext cx="3118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Волна 2 — КХД / ESB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521708" y="2834640"/>
            <a:ext cx="31181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Витрины: список с владельцами на стороне Д8 + точное число сверх пилотных 4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шины: система-источник, формат, ответственный за контракт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КХД: расширяется ли периметр хранилища, или остаётся как в пилоте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Пользователи и роли: кто получит доступ к расширенным данным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691640"/>
            <a:ext cx="3520440" cy="4526280"/>
          </a:xfrm>
          <a:prstGeom prst="roundRect">
            <a:avLst>
              <a:gd name="adj" fmla="val 1558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39328" y="1874520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ОТКРЫТО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339328" y="2148840"/>
            <a:ext cx="3118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Волна 3+ — направление не определено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2834640"/>
            <a:ext cx="31181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Кандидаты: роллаут по ролям, динамические права, источники вне пилота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Реальная оргструктура: подразделения/роли с числом пользователей — факт, не гипотеза из мастер-ТЗ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только определится — тот же набор: данные, витрины/коллекции, пользователи, роли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НАШИ ВОПРОСЫ · ПО ПОЖЕЛАНИЯМ ЗАКАЗЧИКА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Вопросы к пунктам реестра предложений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вопрос закрывает один из 4 пунктов реестра, отмеченных «Требуется от Д8»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457200"/>
                <a:gridCol w="1463040"/>
                <a:gridCol w="1188720"/>
                <a:gridCol w="5486400"/>
                <a:gridCol w="256032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Пункт реестра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Доступ и роли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Права доступа через API — где они хранятся и администрируются: внутри платформы, или платформа лишь получает их из внешней системы и применяет? Если второе — какая система источник и как часто обновляется?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Динамические права доступа через таблицы/API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 — что имеется в виду: (а) подключение/отключение целых каталогов данных внутри домена, или (б) выбор персоны/профиля с отдельным набором прав? Разный объём реализации.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— механика: фильтр по документам внутри существующей коллекции, или отдельная новая коллекция, которую пользователь создаёт и наполняет сам?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пользователей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 — нужен конкретный кейс: как должен выглядеть процесс пошагово (кто инициирует, какие поля, кто подтверждает).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2026-09-14T16:58:57Z</dcterms:created>
  <dcterms:modified xsi:type="dcterms:W3CDTF">2026-09-14T16:58:57Z</dcterms:modified>
</cp:coreProperties>
</file>