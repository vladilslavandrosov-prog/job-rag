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2 — ПРОЕКТ · ВНЕДРЕНИЕ ПЛАТФОРМЫ «КАМЕРАТА»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Скоуп проекта Д8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28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проекта, реестр зафиксированных пожеланий заказчика и наши вопросы — рабочий срез на 13–14.09.2026.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этапов и волн в программе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0215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50215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пунктов реестра пожеланий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679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3679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 по наполнению этапов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0684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7143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17143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вопроса по пожеланиям заказчика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docs/analysis/case-27-proekt-d8-skoup-i-voprosy.xlsx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ПРОГРАММА ПРОЕКТА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Этапы и волны — цели, сроки, статус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ориентировочные — без реального прецедента (Кейс 2 методики)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1463040"/>
                <a:gridCol w="5120640"/>
                <a:gridCol w="2743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Содержание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Примерный срок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Целевая архитектура и карта волн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RAG-документы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≈2–4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Расширение КХД и ESB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≈4–6 недель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3+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Открыто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Промышленная эксплуатация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приёмки волны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Постоянные улучшения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формального конца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63093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Волна 2 требует отдельного детального состава работ (см. вопрос №2 к заказчику) — срок 4–6 недель ориентировочен на весь объём расширения ESB/КХД.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ЗАФИКСИРОВАННЫЕ ПОЖЕЛАНИЯ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Реестр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пунктов backlog платформы. 4 пункта требуют ответа от Д8 — остальные уже в плане платформы или решаются внутри команды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5669280"/>
                <a:gridCol w="1554480"/>
                <a:gridCol w="1828800"/>
                <a:gridCol w="2103120"/>
              </a:tblGrid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Реализация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Мультидоменная авторизация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MS Office 365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Поддержка актуальной версии API (web search)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C99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Уточняем сами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Замены в анонимизируемых данных — именованные правила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Обновление данных в RAG через 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графиками (визуал)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кв. — 1 кв.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Пользовательская и админская документация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НАШИ ВОПРОСЫ · ПО НАПОЛНЕНИЮ ЭТАПОВ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к содержанию волн и этапов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ответов заказчика состав работ волны 2 и старт волны 3+ не оценить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1280160"/>
                <a:gridCol w="7498080"/>
              </a:tblGrid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1 «RAG-документы» — новые типы документов / улучшение качества существующих / отдельная новая коллекция?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2 — нужен детальный состав работ: список конкретных витрин/API для ESB и КХД.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3 и далее — есть примерное направление, или открытый вопрос до завершения волны 2?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Какие конкретно витрины данных добавить в ESB сверх текущего среза CRM (Bitrix24)?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Какие конкретно API открыть через шину — система-источник, формат, ответственный на стороне Д8?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КХД — расширяется ли состав таблиц/витрин, или периметр остаётся как в пилоте?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Доступ и роли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Реальная оргструктура: подразделения/роли с числом пользователей — факт, не гипотеза из мастер-ТЗ.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Общее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со стороны Д8 — владелец процесса на фазе П4 (промышленная эксплуатация)?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НАШИ ВОПРОСЫ · ПО ПОЖЕЛАНИЯМ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к пунктам реестра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вопрос закрывает один из 4 пунктов реестра, отмеченных «Требуется от Д8»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457200"/>
                <a:gridCol w="1463040"/>
                <a:gridCol w="1188720"/>
                <a:gridCol w="5486400"/>
                <a:gridCol w="256032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 реестра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Доступ и роли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Права доступа — переход на динамическую модель (через API)? Какая система — источник истины?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 — нужно ли включать/отключать источники в чате и через API?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— нужна ли пользователям возможность создавать свои и делиться?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 — что именно неудобно сейчас? Нужен конкретный сценарий.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2026-09-14T16:38:39Z</dcterms:created>
  <dcterms:modified xsi:type="dcterms:W3CDTF">2026-09-14T16:38:39Z</dcterms:modified>
</cp:coreProperties>
</file>