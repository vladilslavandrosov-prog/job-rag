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волны требуют детализации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«Наши вопросы» → Волна 2)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НАШИ ВОПРОСЫ · ПО ВОЛНАМ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нужно от заказчика по каждой волне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и тот же набор параметров на каждую волну: состав данных, витрины/коллекции, пользователи, роли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4088" y="1874520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КРИТИЧНЫЙ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148840"/>
            <a:ext cx="3118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1 — RAG-документы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704088" y="2834640"/>
            <a:ext cx="31181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Толкование: новые типы документов / улучшение существующих / отдельная новая коллекция?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данных: какие темы/типы документов (если новые)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Количество коллекций: расширяются текущие 2, или новые — сколько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Объём: примерное число документов в корпусе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и роли: кто получит доступ именно в этой волне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054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1708" y="1874520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21708" y="2148840"/>
            <a:ext cx="3118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2 — КХД / ESB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1708" y="2834640"/>
            <a:ext cx="31181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Витрины: список с владельцами на стороне Д8 + точное число сверх пилотных 4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шины: система-источник, формат, ответственный за контракт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КХД: расширяется ли периметр хранилища, или остаётся как в пилоте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 и роли: кто получит доступ к расширенным данным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691640"/>
            <a:ext cx="3520440" cy="4526280"/>
          </a:xfrm>
          <a:prstGeom prst="roundRect">
            <a:avLst>
              <a:gd name="adj" fmla="val 1558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1874520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7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148840"/>
            <a:ext cx="3118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Волна 3+ — направление не определено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2834640"/>
            <a:ext cx="31181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Кандидаты: роллаут по ролям, динамические права, источники вне пилота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Реальная оргструктура: подразделения/роли с числом пользователей — факт, не гипотеза из мастер-ТЗ</a:t>
            </a:r>
            <a:endParaRPr lang="en-US" sz="11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только определится — тот же набор: данные, витрины/коллекции, пользователи, роли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через API — где они хранятся и администрируются: внутри платформы, или платформа лишь получает их из внешней системы и применяет? Если второе — какая система источник и как часто обновляется?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что имеется в виду: (а) подключение/отключение целых каталогов данных внутри домена, или (б) выбор персоны/профиля с отдельным набором прав? Разный объём реализации.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механика: фильтр по документам внутри существующей коллекции, или отдельная новая коллекция, которую пользователь создаёт и наполняет сам?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нужен конкретный кейс: как должен выглядеть процесс пошагово (кто инициирует, какие поля, кто подтверждает).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АРХИТЕКТУРА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Источники и получатели данных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 «Камерата» по фактам пилота (не проектный скоуп) — расширение см. в разделе «Программа проекта»</a:t>
            </a:r>
            <a:endParaRPr lang="en-US" sz="1300" dirty="0"/>
          </a:p>
        </p:txBody>
      </p:sp>
      <p:pic>
        <p:nvPicPr>
          <p:cNvPr id="5" name="Image 0" descr="arhitektura-pilo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783080"/>
            <a:ext cx="7863840" cy="4456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2026-09-14T17:03:43Z</dcterms:created>
  <dcterms:modified xsi:type="dcterms:W3CDTF">2026-09-14T17:03:43Z</dcterms:modified>
</cp:coreProperties>
</file>