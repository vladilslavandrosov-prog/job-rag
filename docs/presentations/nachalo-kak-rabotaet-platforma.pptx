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Вводная встреча перед демо. Цель — договориться о составе документов для 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презентации. Дать заказчику самому предложить пару формулировок из своей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слайд: договориться о конкретном списке каталогов и ответственных.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 ·  ПОДГОТОВКА К ДЕМОНСТРАЦИИ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загрузить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платформу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40156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 поиск по документам — и почему от состава и разнообразия корпуса напрямую зависит, насколько показательной получится демонстрация.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53712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7548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ПОГОВОРИМ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2122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62456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смыслу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84" y="5221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67480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95848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522122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72504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800871" y="5084064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031" y="52212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477527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 и доступ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ОБСУЖДАТЬ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загрузим — то и увидим на демо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отвечает только по тем документам, которые в неё загружены. Всё, что вы увидите на демо, — прямое следствие того, чем наполнен корпус.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86000"/>
            <a:ext cx="548640" cy="548640"/>
          </a:xfrm>
          <a:prstGeom prst="ellipse">
            <a:avLst/>
          </a:prstGeom>
          <a:solidFill>
            <a:srgbClr val="9AAEB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4231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случайных файлов</a:t>
            </a:r>
            <a:endParaRPr lang="en-US" sz="16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02666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72184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получаются точечными — их трудно отличить от обычного поиска по файлам.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36850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72184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Связывать нечего: каждый вопрос упирается ровно в один документ.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343400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72184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абстрактным примерам не понять, справится ли платформа с вашей спецификой.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278728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08202C"/>
          </a:solidFill>
          <a:ln/>
        </p:spPr>
      </p:sp>
      <p:sp>
        <p:nvSpPr>
          <p:cNvPr id="17" name="Shape 11"/>
          <p:cNvSpPr/>
          <p:nvPr/>
        </p:nvSpPr>
        <p:spPr>
          <a:xfrm>
            <a:off x="6644488" y="228600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648" y="24231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30288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Репрезентативный срез</a:t>
            </a:r>
            <a:endParaRPr lang="en-US" sz="16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776" y="3026664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65112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платформа находит нужное по смыслу, а не по совпадению слов.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76" y="368503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65112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один ответ собирается из нескольких документов сразу.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2776" y="4343400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065112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разграничение доступа: один вопрос, разные роли — разные ответы.</a:t>
            </a:r>
            <a:endParaRPr lang="en-US" sz="1200" dirty="0"/>
          </a:p>
        </p:txBody>
      </p:sp>
      <p:sp>
        <p:nvSpPr>
          <p:cNvPr id="26" name="Shape 16"/>
          <p:cNvSpPr/>
          <p:nvPr/>
        </p:nvSpPr>
        <p:spPr>
          <a:xfrm>
            <a:off x="685800" y="5358384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" y="5637276"/>
            <a:ext cx="310896" cy="310896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45336" y="5431536"/>
            <a:ext cx="958565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 не нужен весь ваш архив.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срез, по которому вы сами задаёте рабочие вопросы каждый день, — на нём разница между платформой и обычным поиском видна сразу.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ищет смысл, а не совпадение букв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находит документ, только если в нём стоят ровно те же слова, что вы набрали. Платформа устроена иначе.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8471" y="2369759"/>
            <a:ext cx="289682" cy="2896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45336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45336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режется на куски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загрузке каждый документ заранее разбирается на смысловые фрагменты — абзац, раздел, несколько предложений подряд.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42232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95064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60824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735" y="2369759"/>
            <a:ext cx="289682" cy="28968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54600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54600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0824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кусок — в набор чисел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760824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Специальная модель превращает фрагмент в длинный набор чисел — «отпечаток смысла» этого текста.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51496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04327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470087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98" y="2369759"/>
            <a:ext cx="289682" cy="28968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3863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3863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70087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Близкие числа = близкий смысл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470087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про одно и то же получают похожие отпечатки, даже если написаны совершенно разными словами.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85800" y="4754880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E4EFF0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051560" y="49011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«Порядок расторжения договора»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1051560" y="5175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документа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4617720" y="514807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Text 28"/>
          <p:cNvSpPr txBox="1"/>
          <p:nvPr/>
        </p:nvSpPr>
        <p:spPr>
          <a:xfrm>
            <a:off x="5257800" y="490118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0.14   −0.62   0.09   0.77   −0.31   …  ]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5257800" y="5230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отпечаток смысла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685800" y="57790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делается один раз, при загрузке.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момент вопроса ничего не перечитывается заново — поиск идёт уже по готовым отпечаткам, поэтому ответ приходит за секунды даже на большом корпусе.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Разные слова — один смысл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Именно здесь смысловой поиск делает то, чего не умеет поиск по словам.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78408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СОТРУДНИКА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нам грозит, если мы захотим прекратить сотрудничество раньше срока?»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983480" y="2633472"/>
            <a:ext cx="2224735" cy="0"/>
          </a:xfrm>
          <a:prstGeom prst="line">
            <a:avLst/>
          </a:prstGeom>
          <a:noFill/>
          <a:ln w="22225">
            <a:solidFill>
              <a:srgbClr val="E457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30672" y="2368296"/>
            <a:ext cx="530352" cy="530352"/>
          </a:xfrm>
          <a:prstGeom prst="ellipse">
            <a:avLst/>
          </a:prstGeom>
          <a:solidFill>
            <a:srgbClr val="E4573C"/>
          </a:solidFill>
          <a:ln w="38100">
            <a:solidFill>
              <a:srgbClr val="08202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688" y="249631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846320" y="2971800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345375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637983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ФРАГМЕНТ ДОГОВОРА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637983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«Раздел 7. Порядок расторжения договора и применяемые штрафные санкции»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547872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общего слова. Обычный поиск по словам этот раздел не нашёл бы вовсе.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041648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2245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ПЛАТФОРМЫ ЭТИ ФОРМУЛИРОВКИ БЛИЗКИ ДРУГ К ДРУГУ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5800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5528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расторжение договора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2897368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07096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прекращение сотрудничества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108936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18664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односторонний отказ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320504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30232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из соглашения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532071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41799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отношений с контрагентом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 для подготовки демо: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на демонстрации можно задавать своими словами — подбирать формулировки под текст документа не нужно.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Смысловой и точный поиск — вместе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из них силён там, где второй ошибается. Платформа запускает оба и объединяет результаты.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2148840" cy="2148840"/>
          </a:xfrm>
          <a:prstGeom prst="ellipse">
            <a:avLst/>
          </a:prstGeom>
          <a:solidFill>
            <a:srgbClr val="0E6F7A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240280" y="2212848"/>
            <a:ext cx="2148840" cy="2148840"/>
          </a:xfrm>
          <a:prstGeom prst="ellipse">
            <a:avLst/>
          </a:prstGeom>
          <a:solidFill>
            <a:srgbClr val="E4573C">
              <a:alpha val="5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словам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4764024"/>
            <a:ext cx="0" cy="-329184"/>
          </a:xfrm>
          <a:prstGeom prst="line">
            <a:avLst/>
          </a:prstGeom>
          <a:noFill/>
          <a:ln w="19050">
            <a:solidFill>
              <a:srgbClr val="08202C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22960" y="4818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объединённый результат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093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список ответов, ранжированный по релевантности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196596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22976" y="2240280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37744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217920" y="225856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Смысловой поиск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73405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нужное, даже если вопрос задан совсем другими словами. Работает там, где человек спрашивает по-человечески: «а что будет, если просрочим оплату».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97764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22976" y="425196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136" y="43891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217920" y="427024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74573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Ищет буквальное совпадение: номер договора, статью закона, артикул, фамилию, внутренний термин. Как раз то, что смысловой поиск может «смазать», подобрав похожее вместо точного.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" y="594360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корпуса это значит: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полезны и связные тексты (регламенты, переписка, отчёты), и документы с точными реквизитами — номерами, датами, ссылками на нормы. Вместе они показывают обе половины поиска.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ответ — несколько документов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 идут не файлы целиком, а несколько наиболее подходящих кусков — и они вполне могут прийти из разных документов сразу.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3055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20939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 о командировках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8696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0" name="Shape 7"/>
          <p:cNvSpPr/>
          <p:nvPr/>
        </p:nvSpPr>
        <p:spPr>
          <a:xfrm>
            <a:off x="175564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755648" y="25328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2432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3" name="Shape 10"/>
          <p:cNvSpPr/>
          <p:nvPr/>
        </p:nvSpPr>
        <p:spPr>
          <a:xfrm>
            <a:off x="3566160" y="249631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15468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31927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52728" y="328269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Приказ об изменении лимитов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8696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6968" y="37216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75564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0" name="Shape 16"/>
          <p:cNvSpPr/>
          <p:nvPr/>
        </p:nvSpPr>
        <p:spPr>
          <a:xfrm>
            <a:off x="262432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1" name="Shape 17"/>
          <p:cNvSpPr/>
          <p:nvPr/>
        </p:nvSpPr>
        <p:spPr>
          <a:xfrm>
            <a:off x="3566160" y="368503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434340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50799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52728" y="44714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8696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6" name="Shape 21"/>
          <p:cNvSpPr/>
          <p:nvPr/>
        </p:nvSpPr>
        <p:spPr>
          <a:xfrm>
            <a:off x="175564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7" name="Shape 22"/>
          <p:cNvSpPr/>
          <p:nvPr/>
        </p:nvSpPr>
        <p:spPr>
          <a:xfrm>
            <a:off x="262432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2624328" y="49103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3566160" y="487375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5321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разбит на смысловые куски заранее, при загрузке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069080" y="2496312"/>
            <a:ext cx="0" cy="237744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069080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4599432" y="3118104"/>
            <a:ext cx="2743200" cy="1133856"/>
          </a:xfrm>
          <a:prstGeom prst="roundRect">
            <a:avLst>
              <a:gd name="adj" fmla="val 7258"/>
            </a:avLst>
          </a:prstGeom>
          <a:solidFill>
            <a:srgbClr val="E4EFF0"/>
          </a:solidFill>
          <a:ln/>
        </p:spPr>
      </p:sp>
      <p:sp>
        <p:nvSpPr>
          <p:cNvPr id="34" name="Shape 29"/>
          <p:cNvSpPr/>
          <p:nvPr/>
        </p:nvSpPr>
        <p:spPr>
          <a:xfrm>
            <a:off x="4818888" y="339242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529584"/>
            <a:ext cx="274320" cy="27432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495544" y="3209544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Отбираются несколько самых близких кусков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415784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8" name="Shape 32"/>
          <p:cNvSpPr/>
          <p:nvPr/>
        </p:nvSpPr>
        <p:spPr>
          <a:xfrm>
            <a:off x="7946136" y="2788920"/>
            <a:ext cx="3559759" cy="1792224"/>
          </a:xfrm>
          <a:prstGeom prst="roundRect">
            <a:avLst>
              <a:gd name="adj" fmla="val 4592"/>
            </a:avLst>
          </a:prstGeom>
          <a:solidFill>
            <a:srgbClr val="08202C"/>
          </a:solidFill>
          <a:ln/>
        </p:spPr>
      </p:sp>
      <p:sp>
        <p:nvSpPr>
          <p:cNvPr id="39" name="Shape 33"/>
          <p:cNvSpPr/>
          <p:nvPr/>
        </p:nvSpPr>
        <p:spPr>
          <a:xfrm>
            <a:off x="8275320" y="306324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3200400"/>
            <a:ext cx="274320" cy="27432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951976" y="3081528"/>
            <a:ext cx="2233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связный ответ</a:t>
            </a:r>
            <a:endParaRPr lang="en-US" sz="1550" dirty="0"/>
          </a:p>
        </p:txBody>
      </p:sp>
      <p:sp>
        <p:nvSpPr>
          <p:cNvPr id="42" name="Text 35"/>
          <p:cNvSpPr txBox="1"/>
          <p:nvPr/>
        </p:nvSpPr>
        <p:spPr>
          <a:xfrm>
            <a:off x="8275320" y="3739896"/>
            <a:ext cx="2901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 из кусков трёх разных документов, со ссылками на каждый источник — можно проверить, откуда взята каждая часть.</a:t>
            </a:r>
            <a:endParaRPr lang="en-US" sz="1150" dirty="0"/>
          </a:p>
        </p:txBody>
      </p:sp>
      <p:sp>
        <p:nvSpPr>
          <p:cNvPr id="43" name="Text 36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Отсюда простое правило корпуса: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больше загружено связанных, пересекающихся по теме документов, тем полнее ответ — и тем заметнее разница с обычным поиском по файлам.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РЕКОМЕНДАЦИЯ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стоит загрузить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«побольше», а разнообразнее: разные типы документов показывают разные стороны поиска.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 и политики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правила, положения, инструкции — то, о чём сотрудники чаще всего спрашивают «а как у нас положено».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02226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546" y="201168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6546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 и приложения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76546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Показывают сразу обе половины поиска: смысловые формулировки и точные реквизиты — номера, даты, ссылки на нормы.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8653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2973" y="2011680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92973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и справки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92973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периодов подряд — видно, как система собирает ответ из нескольких документов одновременно.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85800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41648"/>
            <a:ext cx="420624" cy="42062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60120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Презентации и материалы встреч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того, что платформа работает не только с «правильно» написанными текстами.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402226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546" y="404164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676546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записки и переписка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676546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Живой, неотредактированный язык — самая честная проверка смыслового поиска.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18653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08202C"/>
          </a:solidFill>
          <a:ln/>
        </p:spPr>
      </p:sp>
      <p:sp>
        <p:nvSpPr>
          <p:cNvPr id="27" name="Shape 20"/>
          <p:cNvSpPr/>
          <p:nvPr/>
        </p:nvSpPr>
        <p:spPr>
          <a:xfrm>
            <a:off x="8392973" y="4023360"/>
            <a:ext cx="457200" cy="45720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273" y="413766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392973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документов на одну тему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8392973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условие содержательного демо: чтобы платформе было что связывать между собой.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25312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 — ваши реальные документы и ваши повседневные вопросы к ним.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Заранее составленный список из 10–15 таких вопросов делает демонстрацию предметной, а не показательной.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Каталоги и роли: продумайте заранее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простые вещи, которые стоит продумать до загрузки: они делают демонстрацию заметно содержательнее.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14984" y="2240280"/>
            <a:ext cx="530352" cy="530352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" y="2372868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73352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Сгруппируйте документы по темам или подразделениям, а не складывайте всё в одну папку. Достаточно двух-трёх понятных групп.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1498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31" y="38221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984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595829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076" y="382219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0693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7667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921" y="382219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23153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791456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влияет на то, где платформа ищет ответ.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324448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22" name="Shape 16"/>
          <p:cNvSpPr/>
          <p:nvPr/>
        </p:nvSpPr>
        <p:spPr>
          <a:xfrm>
            <a:off x="6653632" y="2240280"/>
            <a:ext cx="530352" cy="530352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220" y="2372868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12000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доступа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653632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видит только то, на что у него есть право, — даже если в платформу загружено больше. Наметьте одну-две роли с разным доступом.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870783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994227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6653632" y="3840480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6179" y="3858768"/>
            <a:ext cx="237744" cy="237744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0619" y="3858768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653632" y="4151376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6179" y="4169664"/>
            <a:ext cx="237744" cy="237744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19" y="4169664"/>
            <a:ext cx="237744" cy="237744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53632" y="4462272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6179" y="4480560"/>
            <a:ext cx="237744" cy="237744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0619" y="4480560"/>
            <a:ext cx="237744" cy="237744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6653632" y="4846320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вопрос, две роли — два разных ответа.</a:t>
            </a:r>
            <a:endParaRPr lang="en-US" sz="1100" dirty="0"/>
          </a:p>
        </p:txBody>
      </p:sp>
      <p:sp>
        <p:nvSpPr>
          <p:cNvPr id="38" name="Text 25"/>
          <p:cNvSpPr txBox="1"/>
          <p:nvPr/>
        </p:nvSpPr>
        <p:spPr>
          <a:xfrm>
            <a:off x="685800" y="54864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стоит показать на демо: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разграничение доступа работает до того, как ответ будет собран, — недоступный документ не попадает в ответ вообще, а не вырезается из него задним числом.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учесть перед отправкой файлов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платформы два канала обработки — знать заранее, что куда попадёт, полезно для подготовки демонстрации.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2286000"/>
          </a:xfrm>
          <a:prstGeom prst="roundRect">
            <a:avLst>
              <a:gd name="adj" fmla="val 3600"/>
            </a:avLst>
          </a:prstGeom>
          <a:solidFill>
            <a:srgbClr val="E4EFF0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267712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409444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28216" y="2286000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Подойдёт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2999232"/>
            <a:ext cx="453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офисные форматы и текстовые документы — всё, что содержит текст как текст. Простая проверка: если содержимое файла можно выделить курсором и скопировать, платформа его обработает.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8728" y="1965960"/>
            <a:ext cx="5227168" cy="2286000"/>
          </a:xfrm>
          <a:prstGeom prst="roundRect">
            <a:avLst>
              <a:gd name="adj" fmla="val 3600"/>
            </a:avLst>
          </a:prstGeom>
          <a:solidFill>
            <a:srgbClr val="E4EFF0"/>
          </a:solidFill>
          <a:ln/>
        </p:spPr>
      </p:sp>
      <p:sp>
        <p:nvSpPr>
          <p:cNvPr id="12" name="Shape 9"/>
          <p:cNvSpPr/>
          <p:nvPr/>
        </p:nvSpPr>
        <p:spPr>
          <a:xfrm>
            <a:off x="6626200" y="2267712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932" y="2409444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21144" y="2212848"/>
            <a:ext cx="385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Сканы и фото — отдельным каналом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626200" y="2999232"/>
            <a:ext cx="453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 или фотография страницы — тоже не проблема: их «читает» отдельная визуальная модель, а не обычный текстовый поиск. Работает иначе и чуть медленнее — если хотите показать и такие документы на демо, скажите заранее, включим сценарий отдельно.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572000"/>
            <a:ext cx="10820095" cy="0"/>
          </a:xfrm>
          <a:prstGeom prst="line">
            <a:avLst/>
          </a:prstGeom>
          <a:noFill/>
          <a:ln w="12700">
            <a:solidFill>
              <a:srgbClr val="D7E2E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7548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7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ЧЕК-ЛИСТ ПЕРЕД ОТПРАВКОЙ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10235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5800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Выборочно проверьте файлы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Отметьте, где текст, а где скан или фото, — так сразу понятно, что пойдёт через обычный поиск, а что через визуальный канал.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418" y="510235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414418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Уберите дубли и черновики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414418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Старые редакции попадают в поиск наравне с актуальными и могут смешаться в одном ответе.</a:t>
            </a:r>
            <a:endParaRPr lang="en-US" sz="11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037" y="5102352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43037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Отметьте актуальные версии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8143037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 документа есть несколько редакций, скажите нам, какая действующая.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произойдёт после загрузки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передачи файлов до готовности отвечать на ваши вопросы — три шага.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537460"/>
            <a:ext cx="283464" cy="28346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08760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0876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передаёте срез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Два-три каталога с реальными документами, несколько документов на общую тему и одна-две роли с разным доступом.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03522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14418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15" name="Shape 12"/>
          <p:cNvSpPr/>
          <p:nvPr/>
        </p:nvSpPr>
        <p:spPr>
          <a:xfrm>
            <a:off x="4761890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622" y="2537460"/>
            <a:ext cx="283464" cy="28346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37378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37378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1890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загружаем и индексируем</a:t>
            </a:r>
            <a:endParaRPr lang="en-US" sz="1550" dirty="0"/>
          </a:p>
        </p:txBody>
      </p:sp>
      <p:sp>
        <p:nvSpPr>
          <p:cNvPr id="20" name="Text 16"/>
          <p:cNvSpPr txBox="1"/>
          <p:nvPr/>
        </p:nvSpPr>
        <p:spPr>
          <a:xfrm>
            <a:off x="4761890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разбираются на смысловые куски и превращаются в отпечатки смысла. Дальше поиск идёт уже по готовому индексу.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32141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43037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23" name="Shape 19"/>
          <p:cNvSpPr/>
          <p:nvPr/>
        </p:nvSpPr>
        <p:spPr>
          <a:xfrm>
            <a:off x="8490509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241" y="2537460"/>
            <a:ext cx="283464" cy="28346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5997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5997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90509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по вашим вопросам</a:t>
            </a:r>
            <a:endParaRPr lang="en-US" sz="1550" dirty="0"/>
          </a:p>
        </p:txBody>
      </p:sp>
      <p:sp>
        <p:nvSpPr>
          <p:cNvPr id="28" name="Text 23"/>
          <p:cNvSpPr txBox="1"/>
          <p:nvPr/>
        </p:nvSpPr>
        <p:spPr>
          <a:xfrm>
            <a:off x="8490509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идёт не по сценарию, а по вашему списку рабочих вопросов — включая те, которые вы придумаете прямо на встрече.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685800" y="490118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Заодно на демонстрации будет видна и остальная часть маршрута: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прав доступа до того, как ответ собран, и обезличивание персональных данных перед обращением к модели.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85800" y="5468112"/>
            <a:ext cx="10820095" cy="621792"/>
          </a:xfrm>
          <a:prstGeom prst="roundRect">
            <a:avLst>
              <a:gd name="adj" fmla="val 13235"/>
            </a:avLst>
          </a:prstGeom>
          <a:solidFill>
            <a:srgbClr val="E4573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5623560"/>
            <a:ext cx="310896" cy="31089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545336" y="5504688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 начать со списка каталогов и ответственных за них.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85800" y="6272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платформа «Камерата»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ООО «АйТиКью Про»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Камерата — подготовка документов к демонстрации</dc:title>
  <dc:subject>PptxGenJS Presentation</dc:subject>
  <dc:creator>ITQ Group</dc:creator>
  <cp:lastModifiedBy>ITQ Group</cp:lastModifiedBy>
  <cp:revision>1</cp:revision>
  <dcterms:created xsi:type="dcterms:W3CDTF">2026-09-09T08:35:51Z</dcterms:created>
  <dcterms:modified xsi:type="dcterms:W3CDTF">2026-09-09T08:35:51Z</dcterms:modified>
</cp:coreProperties>
</file>