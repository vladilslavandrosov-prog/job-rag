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Обе темы этой колоды — не готовые функции платформы, а вопросы и предложения, которые команда планирует поднять на ближайшем разговоре с вендором «Камераты» по дорожной карте. Полный текст обоих вопросов уже зафиксирован в docs/analysis/case-11-voprosy-vendoru-roadmap.md — эта колода делает их презентационно понятными коллеге, который не читал исходники.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Смысл слайда — объяснить, зачем два, на первый взгляд, разных вопроса объединены в одну колоду. Общий знаменатель: оба — про расширение границ контроля доступа за пределы того, что сегодня документировано. Часть 1 — новое МЕСТО исполнения (компьютер сотрудника вместо сервера). Часть 2 — новая ГРАНУЛЯРНОСТЬ (узел дерева вместо целой коллекции). Оба вопроса уже вошли в пакет вопросов вендору (case-11).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восемь слайдов о линии «Раб. места» дорожной карты: что это, какие четыре пункта в неё входят, что требуется от заказчика, и главный открытый вопрос — про маскирование содержимого локальных файлов.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это не улучшение существующего чата, а новое место исполнения — раньше вся обработка данных шла на сервере в контуре заказчика, теперь появляется второй контур — компьютер конкретного сотрудника. Уровень C по шкале дорожной карты означает, что направление подтверждено, но архитектура и состав ещё уточняются — не дата поставки.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РМ-1 и РМ-2 — оба Q1 2027, уровень C: чтение локальных файлов и MSI-установка идут в одном квартале, это не случайность — установка и служба чтения запускаются вместе. РМ-3 (Q2 2027, C) расширяет сценарии. РМ-4 (H2 2027, D) — исследовательский горизонт без содержания, стоит явно предупредить коллегу не читать в это ничего конкретного.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 требования — из раздела «Что потребуется со стороны заказчика» для Q1 2027 в roadmap-2026q4-2027h2.md. Отдельно стоит подчеркнуть цитату внизу: сама дорожная карта прямо говорит, что модель подписи в изолированном контуре (внутренний ЦС vs групповые политики vs MDM) — открытый вопрос, который заказчику предстоит решить сам, вендор его не решает за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Визуальная логика: слева — то, что РМ-1 определяет чётко (список запретов). Справа — то, что остаётся неопределённым: судьба содержимого разрешённых файлов на пути к LLM. Это и есть Вопрос 1 из case-11 — не претензия к вендору, а прямое следствие того, что документ фиксирует уровень C (направление, не архитектура).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формулировки — дословно из Вопроса 1 в case-11-voprosy-vendoru-roadmap.md. Порядок сохранён: (1) применяется ли то же маскирование, (2) действует ли то же правило про внешние/облачные модели, (3) кто задаёт запреты — админ или сам пользователь, (4) единый ли журнал аудита. Эти четыре пункта и есть содержание вопроса, который планируется отправить вендору.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наша внутренняя оценка (не для передачи вендору как есть, только для собственной подготовки) — прямая цитата смысла из case-11: из всех 35 пунктов дорожной карты это единственный, где рядом с новой функцией явно не упомянута уже заявленная модель защиты данных. Отсюда рекомендация — поставить этот вопрос первым в пакете и получить ответ до контрактной фиксации.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 части 1: фиксируем реальный статус на сегодня — вопрос сформулирован и готов к отправке, ответа от вендора ещё нет. Уровень C по шкале дорожной карты означает отсутствие как готовой архитектуры, так и обязательства по срокам — это стоит держать в голове при обсуждении с заказчиком Д8.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восемь слайдов: сегодняшняя плоская модель доменов/коллекций, где она упирается в реальный сценарий, наше предложение (домен как дерево каталогов) с ключевой диаграммой, и что остаётся в силе, пока предложение не реализовано.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коллекции внутри домена «Кадры» на этой схеме — на одном уровне, это буквально описание модели «домен = плоский список коллекций». Дальше по слайдам будет видно, где это перестаёт хватать: коллекция «Оклады» здесь нарисована так же, как «Отпуска», хотя по чувствительности это совсем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Прямое сопоставление: RLS (instrukciya-rls-nastroika-prav.md) уже решает задачу «разная аудитория внутри одной сущности» для таблиц — row-фильтры и маски колонок на персону, на одной и той же таблице. Для документов эквивалента нет: единственный путь — дробление на новые коллекции/домены, каждый раз с нуля, без связи между ними. Именно этот разрыв закрывает предложение на следующих слайдах.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важная диаграмма всей колоды. Домен «Кадры» — корень дерева. Две ветки первого уровня: «Общее» (видна широкой персоне «Сотрудник») и «Оклады» — отдельная, не связанная с «Общее» ветка, которая дальше делится по отделам. Пунктирная связь справа показывает персону «Директор по персоналу», привязанную к корню и потому наследующую всё дерево целиком. Ключевой визуальный факт: «Оклады» нарисована как отдельная от «Общее» ветка на том же уровне — не потомок и не предок.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правила дословно из case-11: «видимость течёт вниз по дереву от узла привязки, вбок и вверх — не течёт». Схема показывает все три направления сразу: вниз (потомки) — разрешено сплошной зелёной линией, вверх (предки) и вбок (соседние ветки) — запрещено, показано пунктирной красной линией. Это правило целиком заменяет собой сегодняшнюю бинарную модель «у коллекции есть домен / домена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строки — три персоны из примера предыдущего слайда, привязанные к разным узлам одного и того же дерева «Кадры». Обратите внимание на директора: он привязан к корню домена, поэтому ничего специально не настраивается для доступа к каждой отдельной ветке — наследование происходит автоматически по структуре дерева.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причины, почему это предложение стоит выносить на разговор с вендором именно как конкретную модель, а не как абстрактный вопрос «а можно ли гранулярнее». Так проще получить содержательный ответ — совпадает ли это с их архитектурными планами, или у них уже есть своё видение той же задачи.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подчеркнуть: это предложение — не блокер для текущего пилота Д8. Сегодняшний обходной путь (несколько коллекций с отдельными доменами вместо одного дерева) полностью рабочий, просто требует больше ручного планирования на старте и создаёт риск, что несколько независимых коллекций/доменов со временем разъедутся по составу прав.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статуса намеренная: это предложение для дорожной карты, поданное в сторону вендора как готовая для обсуждения модель, а не жалоба на текущую функциональность. В case-11 пункт явно не привязан к конкретному коду роадмапа — предполагаем линию «Каталог» (КАТ-) или «Надзор» (НАД-) как наиболее вероятных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Слайд-синтез, связывающий обе части: и локальный чат, и иерархия каталогов — про одну и ту же границу между тем, что платформа уже гарантирует документированно, и тем, что нужно уточнить по мере роста поверхности платформы (новое место исполнения; более тонкая гранулярность доступа). Оба вопроса поднимаются заранее, пока ни один не стал контрактным обязательством.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слайд. Единственный источник фактов для обеих тем этой колоды — case-11-voprosy-vendoru-roadmap.md; он же станет местом, куда будут добавлены ответы вендора по мере их получения, и куда попадут следующие вопросы по дорожной карте по мере разбора остальных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AI/RAG-ПЛАТФОРМА «КАМЕРАТА» · АО «ИНВЕСТИЦИОННАЯ КОМПАНИЯ Д8»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направления к дорожной карте: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и иерархия каталогов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предложения и вопроса к команде платформы — направления, которые ещё не стали функциями и не зафиксированы в договоре, а обсуждаются на ближайшем roadmap-разговоре.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732520" y="173736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6" name="Shape 4"/>
          <p:cNvSpPr/>
          <p:nvPr/>
        </p:nvSpPr>
        <p:spPr>
          <a:xfrm>
            <a:off x="9015984" y="2048256"/>
            <a:ext cx="566928" cy="566928"/>
          </a:xfrm>
          <a:prstGeom prst="ellipse">
            <a:avLst/>
          </a:prstGeom>
          <a:solidFill>
            <a:srgbClr val="32385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2047" y="218431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0" y="19659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92640" y="221284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 своими файлами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32520" y="370332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11" name="Shape 8"/>
          <p:cNvSpPr/>
          <p:nvPr/>
        </p:nvSpPr>
        <p:spPr>
          <a:xfrm>
            <a:off x="9015984" y="4014216"/>
            <a:ext cx="566928" cy="566928"/>
          </a:xfrm>
          <a:prstGeom prst="ellipse">
            <a:avLst/>
          </a:prstGeom>
          <a:solidFill>
            <a:srgbClr val="3A33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047" y="4150279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692640" y="4178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· сентябрь 2026 · подготовка к разговору с вендором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ЭТИ ДВЕ ТЕМЫ В ОДНОЙ КОЛОДЕ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Обе темы — об одном и том же: где именно и насколько точно работает контроль доступа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документирует контроль доступа для серверной части и на уровне целой коллекции документов. Обе темы ниже — про то, что происходит на границах этой модели: там, где право читать данные не описано архитектурно, либо не может быть выражено достаточно точно.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20" y="285750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304403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8986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783080" y="31546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 — локальный чат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6868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защита данных (маскирование PII/DLP) описана для серверной части. Роадмап добавляет второе место исполнения — компьютер сотрудника. Работает ли там та же защита — не описано.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5100" y="2857500"/>
            <a:ext cx="777240" cy="77724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30440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28986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ТОЧНО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52360" y="315468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 — иерархия каталогов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653796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доступ к документам делится по целой коллекции. Внутри одной темы разная чувствительность данных выразить нельзя — только дробить на новые, никак не связанные коллекции.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5760720"/>
            <a:ext cx="11094415" cy="621792"/>
          </a:xfrm>
          <a:prstGeom prst="roundRect">
            <a:avLst>
              <a:gd name="adj" fmla="val 1323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5879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6" y="5971764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5760720"/>
            <a:ext cx="101800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темы уже зафиксированы как вопросы к вендору в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case-11-voprosy-vendoru-roadmap.md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этот файл — источник фактов для всей колоды и живой документ, куда лягут ответы.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со своими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рабочей станции — линия «Раб. места» (РМ-1—РМ-4), Q1 2027 – H2 2027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ЧТО ЭТО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Новое место исполнения: не сервер, а компьютер сотрудника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платформа работает только через серверный чат: вопрос уходит в контур платформы, отвечает RAG-корпус и подключённые источники. Дорожная карта (линия «Раб. места», РМ-) добавляет агент, который выполняется прямо на компьютере сотрудника (Windows, macOS) и может читать локальные файлы этой машины как контекст запроса.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5212080" cy="233172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71800"/>
            <a:ext cx="822960" cy="82296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630" y="3169310"/>
            <a:ext cx="427939" cy="4279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2336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серверный чат внутри контура заказчика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03620" y="3589020"/>
            <a:ext cx="548640" cy="548640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294" y="3720694"/>
            <a:ext cx="285293" cy="28529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95160" y="2697480"/>
            <a:ext cx="5212080" cy="233172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06640" y="297180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4150" y="3169310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1520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ДОРОЖНОЙ КАРТЕ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315200" y="42336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агент на рабочей станции, читает локальные файлы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2852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8" name="Text 13"/>
          <p:cNvSpPr/>
          <p:nvPr/>
        </p:nvSpPr>
        <p:spPr>
          <a:xfrm>
            <a:off x="594360" y="528523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C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2148840" y="5248656"/>
            <a:ext cx="9494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«Направление подтверждено, состав уточняется» — ещё не встроенная функция и не обязательство со сроками.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ДОРОЖНАЯ КАРТА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пункта линии «Раб. места»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" y="2148840"/>
            <a:ext cx="9997135" cy="0"/>
          </a:xfrm>
          <a:prstGeom prst="line">
            <a:avLst/>
          </a:prstGeom>
          <a:noFill/>
          <a:ln w="31750">
            <a:solidFill>
              <a:srgbClr val="DCE1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16836" y="2048256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560320"/>
            <a:ext cx="2240280" cy="233172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743200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441448" y="276148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487168" y="27614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98448" y="313639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298448" y="3474720"/>
            <a:ext cx="1837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8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чтения локальных файлов (Windows, macOS) с явной моделью запретов.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4702454" y="2048256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82898" y="2560320"/>
            <a:ext cx="2240280" cy="233172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84066" y="2743200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РМ-2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027066" y="276148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786" y="27614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84066" y="313639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4066" y="3474720"/>
            <a:ext cx="1837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8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MSI, подпись корпоративным ЦС заказчика, управление через групповые политики.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7288073" y="2048256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8517" y="2560320"/>
            <a:ext cx="2240280" cy="233172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69685" y="2743200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РМ-3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612685" y="276148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658405" y="27614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69685" y="313639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69685" y="3474720"/>
            <a:ext cx="1837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8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сценариев работы с локальным контекстом пользователя.</a:t>
            </a:r>
            <a:endParaRPr lang="en-US" sz="1180" dirty="0"/>
          </a:p>
        </p:txBody>
      </p:sp>
      <p:sp>
        <p:nvSpPr>
          <p:cNvPr id="26" name="Shape 24"/>
          <p:cNvSpPr/>
          <p:nvPr/>
        </p:nvSpPr>
        <p:spPr>
          <a:xfrm>
            <a:off x="9873691" y="2048256"/>
            <a:ext cx="201168" cy="201168"/>
          </a:xfrm>
          <a:prstGeom prst="ellipse">
            <a:avLst/>
          </a:prstGeom>
          <a:solidFill>
            <a:srgbClr val="8891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54135" y="2560320"/>
            <a:ext cx="2240280" cy="2331720"/>
          </a:xfrm>
          <a:prstGeom prst="roundRect">
            <a:avLst>
              <a:gd name="adj" fmla="val 3673"/>
            </a:avLst>
          </a:prstGeom>
          <a:solidFill>
            <a:srgbClr val="EEF0F3"/>
          </a:solidFill>
          <a:ln w="9525">
            <a:solidFill>
              <a:srgbClr val="8891A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055303" y="2743200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РМ-4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10198303" y="276148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244023" y="27614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89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055303" y="313639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055303" y="3474720"/>
            <a:ext cx="1837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8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«Дальнейшие фазы агента рабочего места» — заглушка, без состава.</a:t>
            </a:r>
            <a:endParaRPr lang="en-US" sz="1180" dirty="0"/>
          </a:p>
        </p:txBody>
      </p:sp>
      <p:sp>
        <p:nvSpPr>
          <p:cNvPr id="33" name="Text 31"/>
          <p:cNvSpPr/>
          <p:nvPr/>
        </p:nvSpPr>
        <p:spPr>
          <a:xfrm>
            <a:off x="548640" y="51480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РМ-4 честно отмечена как почти пустая формулировка в самой дорожной карте — «дальнейшие фазы», без состава и сроков.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ЧТО ПОТРЕБУЕТСЯ ОТ ЗАКАЗЧИКА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Q1 2027 (РМ-1, РМ-2) заказчику понадобятся два элемента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253996"/>
            <a:ext cx="658368" cy="658368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384" y="2412004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933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Корпоративный центр сертификации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554480" y="24871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Подписывает MSI-установщик агента собственным ЦС заказчика (РМ-2).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91656" y="2253996"/>
            <a:ext cx="658368" cy="658368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664" y="2412004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9933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Политика распространения ПО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223760" y="2487168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установкой и обновлением агента через групповые политики.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11094415" cy="1691640"/>
          </a:xfrm>
          <a:prstGeom prst="roundRect">
            <a:avLst>
              <a:gd name="adj" fmla="val 486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2269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59936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РЕШЕНИЕ ЗАКАЗЧИКА — ЦИТАТА ИЗ ДОРОЖНОЙ КАРТЫ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1691640" y="4370832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«Модель подписи в изолированном контуре (внутренний ЦС, групповые политики или MDM) требует отдельного решения заказчика.»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ОТКРЫТЫЙ ВОПРОС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 описывает, что агенту нельзя читать. А что с тем, что можно?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РМ-1 задаёт «явную модель запретов» — правила, какие папки и файлы агенту трогать нельзя. Но ничего не говорит о судьбе содержимого файлов, которые агенту читать разрешено.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2016" y="2514600"/>
            <a:ext cx="2331720" cy="2514600"/>
          </a:xfrm>
          <a:prstGeom prst="roundRect">
            <a:avLst>
              <a:gd name="adj" fmla="val 3529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27836" y="27614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455" y="2915107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9176" y="35387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19176" y="39959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папки нельзя читать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64896" y="4572000"/>
            <a:ext cx="1965960" cy="329184"/>
          </a:xfrm>
          <a:prstGeom prst="roundRect">
            <a:avLst>
              <a:gd name="adj" fmla="val 50000"/>
            </a:avLst>
          </a:prstGeom>
          <a:solidFill>
            <a:srgbClr val="E1F3EA"/>
          </a:solidFill>
          <a:ln/>
        </p:spPr>
      </p:sp>
      <p:sp>
        <p:nvSpPr>
          <p:cNvPr id="11" name="Text 8"/>
          <p:cNvSpPr/>
          <p:nvPr/>
        </p:nvSpPr>
        <p:spPr>
          <a:xfrm>
            <a:off x="810616" y="45720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ОПРЕДЕЛЕНО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005176" y="357987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347" y="3672048"/>
            <a:ext cx="199705" cy="199705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480664" y="2514600"/>
            <a:ext cx="2331720" cy="25146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326484" y="2761488"/>
            <a:ext cx="640080" cy="64008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103" y="291510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17824" y="35387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Разрешённые файлы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617824" y="39959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содержимое читает агент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663544" y="4572000"/>
            <a:ext cx="1965960" cy="329184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0" name="Text 15"/>
          <p:cNvSpPr/>
          <p:nvPr/>
        </p:nvSpPr>
        <p:spPr>
          <a:xfrm>
            <a:off x="3709264" y="45720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ЧИТАЕТСЯ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903824" y="357987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995" y="3672048"/>
            <a:ext cx="199705" cy="199705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79312" y="2514600"/>
            <a:ext cx="2331720" cy="251460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225132" y="276148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8751" y="2915107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516472" y="35387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PII/DLP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516472" y="39959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контур защиты?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6562192" y="4572000"/>
            <a:ext cx="1965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9" name="Text 22"/>
          <p:cNvSpPr/>
          <p:nvPr/>
        </p:nvSpPr>
        <p:spPr>
          <a:xfrm>
            <a:off x="6607912" y="45720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ОПИСАНО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8802472" y="357987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4643" y="3672048"/>
            <a:ext cx="199705" cy="19970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9277960" y="2514600"/>
            <a:ext cx="2331720" cy="2514600"/>
          </a:xfrm>
          <a:prstGeom prst="roundRect">
            <a:avLst>
              <a:gd name="adj" fmla="val 3529"/>
            </a:avLst>
          </a:prstGeom>
          <a:solidFill>
            <a:srgbClr val="2C3140"/>
          </a:solidFill>
          <a:ln w="9525">
            <a:solidFill>
              <a:srgbClr val="2C314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10123780" y="2761488"/>
            <a:ext cx="640080" cy="640080"/>
          </a:xfrm>
          <a:prstGeom prst="ellipse">
            <a:avLst/>
          </a:prstGeom>
          <a:solidFill>
            <a:srgbClr val="EAEDF3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7399" y="2915107"/>
            <a:ext cx="332842" cy="33284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415120" y="35387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9415120" y="39959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запроса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9460840" y="4572000"/>
            <a:ext cx="19659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8" name="Text 29"/>
          <p:cNvSpPr/>
          <p:nvPr/>
        </p:nvSpPr>
        <p:spPr>
          <a:xfrm>
            <a:off x="9506560" y="45720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ДАННЫЕ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9415120" y="35387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9415120" y="39959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запроса</a:t>
            </a:r>
            <a:endParaRPr lang="en-US" sz="1050" dirty="0"/>
          </a:p>
        </p:txBody>
      </p:sp>
      <p:sp>
        <p:nvSpPr>
          <p:cNvPr id="41" name="Text 32"/>
          <p:cNvSpPr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Третий блок — центр вопроса: судьба содержимого разрешённых файлов между чтением и передачей в LLM нигде не описана.</a:t>
            </a:r>
            <a:endParaRPr lang="en-US" sz="1250" dirty="0"/>
          </a:p>
        </p:txBody>
      </p:sp>
      <p:sp>
        <p:nvSpPr>
          <p:cNvPr id="42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43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ВОПРОС 1 (CASE-11)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уточняющих вопроса вендору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850392" y="194767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87452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874" y="200619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9280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маскирование?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04672" y="2404872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 ли содержимое локальных файлов через тот же PII Shield / dlp-secret, что уже применяется к серверному RAG-корпусу и чату?</a:t>
            </a:r>
            <a:endParaRPr lang="en-US" sz="1130" dirty="0"/>
          </a:p>
        </p:txBody>
      </p:sp>
      <p:sp>
        <p:nvSpPr>
          <p:cNvPr id="11" name="Shape 8"/>
          <p:cNvSpPr/>
          <p:nvPr/>
        </p:nvSpPr>
        <p:spPr>
          <a:xfrm>
            <a:off x="6217920" y="16916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73952" y="1947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13" name="Text 10"/>
          <p:cNvSpPr/>
          <p:nvPr/>
        </p:nvSpPr>
        <p:spPr>
          <a:xfrm>
            <a:off x="6519672" y="194767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698480" y="187452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4" y="200619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995160" y="189280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правило для облака?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6473952" y="2404872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ли правило «маскирование обязательно только для внешней/облачной модели» — или для рабочей станции оно жёстче?</a:t>
            </a:r>
            <a:endParaRPr lang="en-US" sz="1130" dirty="0"/>
          </a:p>
        </p:txBody>
      </p:sp>
      <p:sp>
        <p:nvSpPr>
          <p:cNvPr id="18" name="Shape 14"/>
          <p:cNvSpPr/>
          <p:nvPr/>
        </p:nvSpPr>
        <p:spPr>
          <a:xfrm>
            <a:off x="548640" y="37490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4672" y="40050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" y="400507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5029200" y="393192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74" y="406359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325880" y="395020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задаёт запреты?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04672" y="4462272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 формирует администратор централизованно (групповые политики, вместе с РМ-2), или пользователь может расширять список сам?</a:t>
            </a:r>
            <a:endParaRPr lang="en-US" sz="1130" dirty="0"/>
          </a:p>
        </p:txBody>
      </p:sp>
      <p:sp>
        <p:nvSpPr>
          <p:cNvPr id="25" name="Shape 20"/>
          <p:cNvSpPr/>
          <p:nvPr/>
        </p:nvSpPr>
        <p:spPr>
          <a:xfrm>
            <a:off x="6217920" y="374904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473952" y="40050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7" name="Text 22"/>
          <p:cNvSpPr/>
          <p:nvPr/>
        </p:nvSpPr>
        <p:spPr>
          <a:xfrm>
            <a:off x="6519672" y="4005072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10698480" y="3931920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0154" y="4063594"/>
            <a:ext cx="285293" cy="285293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995160" y="395020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Тот же журнал аудита?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6473952" y="4462272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к локальным файлам попадают в тот же журнал DLP/audit-БД, что и серверные обращения, или предусмотрен отдельный журнал?</a:t>
            </a:r>
            <a:endParaRPr lang="en-US" sz="1130" dirty="0"/>
          </a:p>
        </p:txBody>
      </p:sp>
      <p:sp>
        <p:nvSpPr>
          <p:cNvPr id="32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ПОЧЕМУ ЭТО ВАЖНО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пункт всей дорожной карты с явным потенциальным пробелом в безопасности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2788920"/>
          </a:xfrm>
          <a:prstGeom prst="roundRect">
            <a:avLst>
              <a:gd name="adj" fmla="val 2951"/>
            </a:avLst>
          </a:prstGeom>
          <a:solidFill>
            <a:srgbClr val="2C3140"/>
          </a:solidFill>
          <a:ln/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945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дорожной карты — с очевидным потенциальным пробелом в защите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345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маскирование не гарантировано архитектурно для локально читаемых файлов, агент рабочей станции становится новым каналом утечки — в обход периметра AI Guard, выстроенного для серверной части.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274320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E4ECFD"/>
          </a:solidFill>
          <a:ln w="9525">
            <a:solidFill>
              <a:srgbClr val="2F6FE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9140" y="29946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9841" y="31153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74320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периметр AI Guard — маскирование гарантировано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393192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4549140" y="41833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841" y="430408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393192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маскирование не описано — под вопросом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5212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Рекомендация: задать вопрос до того, как РМ-1/РМ-2 закрепятся в договоре как обязательство — не после.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вопрос вендору сформулирован, ответа пока нет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Ожидает ответа вендора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1 упакован в case-11-voprosy-vendoru-roadmap.md и готов к передаче единым пакетом с остальными вопросами по дорожной карте.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C у РМ-1/РМ-2 означает, что закреплённого срока тоже пока нет — направление подтверждено, но не является обязательством с датами.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Гранулярный доступ к документам — предложение для дорожной карты, не найденный дефект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МОДЕЛЬ СЕГОДНЯ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Сегодня: домен — плоская тематическая область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(например, «Кадры») — тематическая область данных. Коллекция — «папка» документов внутри платформы. У именованной коллекции есть ровно один домен — доступ к ней ограничен персонами этого домена; домена нет — коллекция считается общей и доступна всем.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2148840"/>
          </a:xfrm>
          <a:prstGeom prst="roundRect">
            <a:avLst>
              <a:gd name="adj" fmla="val 4255"/>
            </a:avLst>
          </a:prstGeom>
          <a:solidFill>
            <a:srgbClr val="EAEDF3"/>
          </a:solidFill>
          <a:ln w="12700">
            <a:solidFill>
              <a:srgbClr val="DCE1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62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061" y="35725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60978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75378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79" y="35725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2418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8997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13397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98" y="357256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0437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37015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1415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35725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28455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ct val="115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именованной коллекции есть домен — доступ ограничен; домена нет — коллекция считается общей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kamerata-overview-review.md, П3/П6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ГДЕ НЕ ХВАТАЕТ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одной темы нужна разная аудитория — плоская модель это не выражает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в домене «Кадры» отпуска и больничные должны быть видны всем сотрудникам, а оклады — только начальнику отдела, и только по своему отделу. Для табличных данных это решено штатно; для документов — нет.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4380" y="26289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771546"/>
            <a:ext cx="309067" cy="309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6974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Табличные данные (DWH)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RLS: на одной и той же таблице задаются разные row-фильтры и маски колонок для разных персон.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→ разные срезы для разных персон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242316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3660" y="26289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77154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26974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Документы (RAG-корпус)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537960" y="329184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документированный способ сегодня — завести отдельную, более узкую коллекцию с собственным доменом, настраиваемым с нуля.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537960" y="47548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несвязанных коллекций → нет общего «взгляда сверху»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ПРЕДЛОЖЕНИЕ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становится деревом каталогов, а не списком коллекций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096305" y="1865376"/>
            <a:ext cx="0" cy="26517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80360" y="2130552"/>
            <a:ext cx="6172200" cy="0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360" y="2130552"/>
            <a:ext cx="0" cy="26517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52560" y="2130552"/>
            <a:ext cx="0" cy="26517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52560" y="2962656"/>
            <a:ext cx="0" cy="31089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09560" y="3273552"/>
            <a:ext cx="2286000" cy="0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09560" y="3273552"/>
            <a:ext cx="0" cy="31089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95560" y="3273552"/>
            <a:ext cx="0" cy="310896"/>
          </a:xfrm>
          <a:prstGeom prst="line">
            <a:avLst/>
          </a:prstGeom>
          <a:noFill/>
          <a:ln w="22225">
            <a:solidFill>
              <a:srgbClr val="8891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61865" y="12984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2C3140"/>
          </a:solidFill>
          <a:ln w="19050">
            <a:solidFill>
              <a:srgbClr val="2C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1865" y="12984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714500" y="2395728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14500" y="239572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86700" y="2395728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6700" y="239572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12280" y="3584448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35844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 продаж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98280" y="3584448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5844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 логистики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645920" y="3108960"/>
            <a:ext cx="2468880" cy="347472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108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— видит это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429768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25" name="Text 23"/>
          <p:cNvSpPr/>
          <p:nvPr/>
        </p:nvSpPr>
        <p:spPr>
          <a:xfrm>
            <a:off x="690372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отдела продаж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98280" y="429768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0" y="42976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Нач. отдела логистики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30745" y="1581912"/>
            <a:ext cx="1584655" cy="0"/>
          </a:xfrm>
          <a:prstGeom prst="line">
            <a:avLst/>
          </a:prstGeom>
          <a:noFill/>
          <a:ln w="12700">
            <a:solidFill>
              <a:srgbClr val="8891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915400" y="1280160"/>
            <a:ext cx="2331720" cy="530352"/>
          </a:xfrm>
          <a:prstGeom prst="roundRect">
            <a:avLst>
              <a:gd name="adj" fmla="val 50000"/>
            </a:avLst>
          </a:prstGeom>
          <a:solidFill>
            <a:srgbClr val="2C3140"/>
          </a:solidFill>
          <a:ln/>
        </p:spPr>
      </p:sp>
      <p:sp>
        <p:nvSpPr>
          <p:cNvPr id="30" name="Text 28"/>
          <p:cNvSpPr/>
          <p:nvPr/>
        </p:nvSpPr>
        <p:spPr>
          <a:xfrm>
            <a:off x="9006840" y="12801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 по персоналу — весь домен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«Общее» и «Оклады» — независимые ветки одного домена: одна не наследует и не ограничивает видимость другой.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84064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видит узел, к которому привязана, и всё, что вложено под ним.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ПРАВИЛО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Видимость течёт только вниз по дереву от узла привязки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24248" y="336042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2C3140"/>
          </a:solidFill>
          <a:ln/>
        </p:spPr>
      </p:sp>
      <p:sp>
        <p:nvSpPr>
          <p:cNvPr id="5" name="Text 3"/>
          <p:cNvSpPr/>
          <p:nvPr/>
        </p:nvSpPr>
        <p:spPr>
          <a:xfrm>
            <a:off x="4724248" y="33604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Узел, к которому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персона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17830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632808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узла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3280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вверх — не видно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78828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9528" y="2040941"/>
            <a:ext cx="261518" cy="26151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5848" y="2560320"/>
            <a:ext cx="0" cy="80010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49928" y="46405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E1F3EA"/>
          </a:solidFill>
          <a:ln w="19050">
            <a:solidFill>
              <a:srgbClr val="2E9E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32808" y="47320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потомки узла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2808" y="50520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 — видно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78828" y="47777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528" y="4898441"/>
            <a:ext cx="261518" cy="26151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5848" y="4137660"/>
            <a:ext cx="0" cy="502920"/>
          </a:xfrm>
          <a:prstGeom prst="line">
            <a:avLst/>
          </a:prstGeom>
          <a:noFill/>
          <a:ln w="25400">
            <a:solidFill>
              <a:srgbClr val="2E9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37260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1" y="36182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54480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554480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11880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8579815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8785555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56" y="361828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02775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402775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467448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30" name="Text 24"/>
          <p:cNvSpPr/>
          <p:nvPr/>
        </p:nvSpPr>
        <p:spPr>
          <a:xfrm>
            <a:off x="548640" y="57378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привязывается к одному узлу дерева и автоматически получает доступ ко всему, что вложено под ним — без ручной настройки на каждый вложенный каталог.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КАК ЭТО РАБОТАЕТ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дерево — три персоны, три разных среза видимости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43684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128" y="22148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691640" y="2258568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9" name="Text 6"/>
          <p:cNvSpPr/>
          <p:nvPr/>
        </p:nvSpPr>
        <p:spPr>
          <a:xfrm>
            <a:off x="1737360" y="225856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Общее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40680" y="1874520"/>
            <a:ext cx="5928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отпуска и больничные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40680" y="2404872"/>
            <a:ext cx="5928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видит: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«Оклады» не знает вообще — не потомок узла «Общее»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2918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" y="3643884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28" y="3815060"/>
            <a:ext cx="370881" cy="37088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91640" y="34381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Начальник отдела продаж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1691640" y="3858768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17" name="Text 13"/>
          <p:cNvSpPr/>
          <p:nvPr/>
        </p:nvSpPr>
        <p:spPr>
          <a:xfrm>
            <a:off x="1737360" y="385876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Оклады / Отдел продаж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440680" y="3474720"/>
            <a:ext cx="5928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оклады своего отдела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4005072"/>
            <a:ext cx="5928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видит: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ветку «Отдел логистики» не видит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489204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58952" y="5244084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28" y="5415260"/>
            <a:ext cx="370881" cy="370881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691640" y="5038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Директор по персоналу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691640" y="5458968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5" name="Text 20"/>
          <p:cNvSpPr/>
          <p:nvPr/>
        </p:nvSpPr>
        <p:spPr>
          <a:xfrm>
            <a:off x="1737360" y="545896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(корень домена)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5440680" y="5074920"/>
            <a:ext cx="5928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домен целиком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5440680" y="5605272"/>
            <a:ext cx="5928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Особенность: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 к корню — единственная персона без сужения видимости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ПОЧЕМУ ЭТО ХОРОШЕЕ ПРЕДЛОЖЕНИЕ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просто идея — реалистичный запрос к вендору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2667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обе оси сразу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703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Оргструктура (какой отдел) и чувствительность (какая ветка вообще существует) — одной структурой, а не отдельными несвязанными доменами.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5856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2667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экзотика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08576" y="3703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Наследование видимости по дереву папок уже стандартно в системах документооборота и DAM-системах — известный вендору паттерн, а не изобретение с нуля.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91472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10" y="22667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8472" y="3017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не меняется по сути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703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тематической единицей data mesh-подхода — просто получает внутреннюю структуру вместо плоского списка коллекций.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ПОКА НЕ РЕАЛИЗОВАНО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остаётся в силе сегодня, пока предложение не принято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5987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Обходной путь работает и не блокирует пилот Д8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9539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одной темы на несколько отдельных коллекций с разными доменами — штатный, документированный способ развести уровни допуска уже сегодня.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47493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тщательного планирования структуры доменов на старте.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4749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 административную нагрузку — несколько коллекций/доменов на тему, риск разъезжания.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предложение для roadmap, а не отчёт о дефекте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Roadmap-предложение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найденный баг и не пробел в тестировании — а естественное расширение сегодняшней модели «домен = тематическая область», которое предлагается обсудить с вендором предметно.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Вероятный кандидат в существующей структуре дорожной карты — линия «Каталог» (КАТ-) или «Надзор» (НАД-).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 та же граница: что уже гарантировано, и что требует уточнения по мере роста платформы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438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0857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Гарантировано сегодня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PII/DLP — для серверной части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доступа — на уровне целой коллекции (флаг «домен есть / домена нет»)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366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0857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Требует уточнения по мере роста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Новое место исполнения — компьютер сотрудника (Часть 1)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Более тонкая гранулярность доступа, чем плоский домен способен выразить (Часть 2)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вопроса поднимаются проактивно — до того, как любой из них станет жёстким обязательством в договоре.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02775" y="1051560"/>
            <a:ext cx="1371600" cy="137160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959" y="13807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ДОКУМЕНТ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19456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Оба вопроса отслеживаются в одном файле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case-11-voprosy-vendoru-roadmap.md — источник обеих формулировок в этой колоде. Туда же лягут ответы вендора по мере поступления, и обсуждение продолжится в этом же файле.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57200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2C314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5720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docs/analysis/case-11-voprosy-vendoru-roadmap.md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2026-09-05T16:23:21Z</dcterms:created>
  <dcterms:modified xsi:type="dcterms:W3CDTF">2026-09-05T16:23:21Z</dcterms:modified>
</cp:coreProperties>
</file>