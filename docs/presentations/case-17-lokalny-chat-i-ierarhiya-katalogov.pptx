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Обе темы этой колоды — не готовые функции платформы, а находки и предложения, которые я как аналитик планирую поднять на ближайшем разговоре с разработчиком «Камераты» по дорожной карте. Полный текст обоих вопросов уже зафиксирован во внутренних материалах для разработчика — эта колода делает их презентационно понятными коллеге, который не читал исходники.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Смысл слайда — сразу задать две разные позиции по двум темам, а не подавать обе как одинаково открытые вопросы. Часть 1 (локальный чат / агент рабочей станции, РМ-1): у меня как у аналитика есть сомнения, нужно ли это расширение в заявленном виде, пока не решён вопрос о защите данных на компьютере сотрудника — это диалог с разработчиком, а не отказ от функции. Часть 2 (иерархия каталогов): есть проработанная модель (дерево каталогов), которую я считаю достаточно зрелой, чтобы предлагать её в дорожную карту и обсуждать детали реализации с разработчиком, а не решать, стоит ли вообще что-то делать. Обе темы уже оформлены в материалах, которые я готовил для этого разговора с разработчиком.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три плотных слайда о линии «Раб. места» дорожной карты (сознательно сокращено с восьми — часть 1 не должна разворачиваться дольше, чем нужно для передачи технического запроса): что это и какие четыре пункта в неё входят, четыре вопроса к разработчику, ответы на которые снимут или подтвердят сомнение, и почему сомнение вообще возникло — с закрывающим статусом. Тон намеренно мягкий: это не рекомендация отказаться от РМ-1, а вопрос, который разработчик может закрыть ответом.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объединяет «что это» и «четыре пункта роадмапа» в одну плотную карточку — раньше это были два отдельных слайда с большим количеством повторяющегося текста. Ключевая мысль сохранена: новое место исполнения — не улучшение серверного чата, а второй контур обработки данных (компьютер сотрудника). РМ-1 и РМ-2 — оба Q1 2027, уровень C (направление подтверждено, состав уточняется, не обязательство со сроками). РМ-3 — Q2 2027, C. РМ-4 — H2 2027, уровень D, пустая формулировка без состава — не читать в это ничего конкретного. Наши сомнения сосредоточены именно в РМ-1 (модель запретов и судьба разрешённого содержимого) — не в самой идее агента рабочей станции как таковой.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формулировки — дословно из вопроса, который я готовлю к разработчику, содержание не сокращалось и не смягчалось. Порядок сохранён: (1) применяется ли то же маскирование, (2) действует ли то же правило про внешние/облачные модели, (3) кто задаёт запреты — админ или сам пользователь, (4) единый ли журнал аудита. Это основной содержательный слайд части 1: раньше подавался как «уточняющие вопросы к уже принятому пункту», теперь — как условия, при выполнении которых моё сомнение в необходимости РМ-1 снимается. Вокруг него специально убраны декоративные слайды-подводки.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моя внутренняя оценка как аналитика (не для передачи разработчику как есть, только для собственной подготовки к разговору) — из всех 35 пунктов дорожной карты это единственный, где рядом с новой функцией явно не упомянута уже заявленная модель защиты данных, и это главная опора моего сомнения в необходимости РМ-1 в текущем виде. Слайд объединяет аргумент «почему сомнение возникло» с закрывающим статусом части 1 — отдельного слайда-итога больше нет, статус дан одной строкой внизу: это открытый вопрос к разработчику, а не рекомендация отказаться от пункта; уровень C — не обязательство по срокам, так что сейчас подходящий момент спросить.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десять слайдов: сегодняшняя плоская модель доменов/коллекций, где она упирается в реальный сценарий (с явным разделением на два разных вопроса — 2a и 2b, по итогам внутреннего пересмотра), дерево каталогов как готовое предложение по 2b с ключевой диаграммой, отдельный слайд про кросс-доменное пересечение коллекций (деталь, которую доработаем вместе с разработчиком при реализации), правило наследования, три персоны на новом дереве, почему предложение реалистично — с прецедентами из индустрии, и что остаётся в силе, пока идём к реализации. Тон части 2 — увереннее, чем части 1: это не вопрос «стоит ли», а предложение «вот модель, готов прорабатывать детали с разработчиком».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коллекции внутри домена «Кадры» на этой схеме — на одном уровне, это буквально описание модели «домен = плоский список коллекций». Дальше по слайдам будет видно, где это перестаёт хватать: коллекция «Оклады» здесь нарисована так же, как «Отпуска», хотя по чувствительности это совсем разные вещи.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Прямое сопоставление: RLS уже решает задачу «разная аудитория внутри одной сущности» для таблиц. Для документов эквивалента нет — единственный путь сегодня: дробление на новые коллекции/домены. Важное уточнение после независимой внутренней критики и исследования прецедентов: это на самом деле два разных вопроса, которые легко перепутать — 2a (гранулярность внутри одной коллекции, до уровня документа/раздела/тега — предложение дерева её НЕ решает, потому что домен по документированной сегодня архитектуре — неизменяемое после создания поле коллекции, значит любой узел дерева технически реализуем только как отдельная коллекция) и 2b (организация множества плоских доменов в управляемую иерархию — вот что дерево действительно даёт). Раньше колода не разделяла их явно — это исправлено по итогам внутреннего пересмотра.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важная диаграмма всей колоды, полностью пересобрана под «алмазную» форму (diamond DAG) — сиблинги, сходящиеся в один общий лист, а не строгая цепочка и не плоский хаб. Она заменяет сразу два прежних варианта, оба с проблемами: (1) плоский хаб («Список сотрудников» как родитель, «Отпускные»/«Больничные»/«Оклады» как три его листа) утекал зарплатные данные в другие домены через общий хаб; (2) строгая цепочка в четыре уровня по прямой (Оклады→Больничные→Отпускные→Список сотрудников) эту утечку закрывала, но создавала новую проблему — тому, кому нужны только «Отпускные», приходилось структурно стоять «выше» и по дороге видеть ещё и «Больничные», хотя по чувствительности эти два узла не образуют строгий порядок относительно друг друга — неоправданно широкий грант. Алмаз решает обе проблемы разом: домен «Кадры» имеет ровно одного потомка — «Оклады» (самый чувствительный узел, наверху видимой цепочки); у «Оклады» — два сиблинга, «Больничные» и «Отпускные» (между собой не связаны, это две параллельные ветки, а не цепочка); оба сходятся в один общий лист — «Список сотрудников», у которого поэтому уже два родителя внутри одного домена. На следующем слайде тот же узел получит ещё двух родителей (домены «Маркетинг» и «Логистика») — итого четыре, но сам он остаётся листом: ничего чувствительного под ним не висит, так что неважно, через какого из родителей до него дошли. Пример теперь использует настоящие названия доменов платформы — «Кадры», «Маркетинг», «Логистика» — канонический список примеров самой платформы («Логистика», «Персонал», «Продажи»; «Персонал» здесь — «Кадры»). Директор по персоналу привязан к корню и наследует всё дерево — задокументированный во всех проверенных индустриальных аналогах инвариант корня (в Microsoft Purview права default-домена в принципе нельзя ограничить).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Полностью пересобранный слайд под новую форму: раньше общий узел «Список сотрудников» сам был хабом с тремя детьми, теперь он — лист, и это ключевое исправление по итогам ревью. Три независимых домена верхнего уровня — «Кадры», «Маркетинг», «Логистика» (канонические примеры платформы: «Логистика», «Персонал», «Продажи») — сходятся в одну и ту же точку четырьмя путями: «Кадры» доходит до неё через «Оклады» (тот же узел и тот же стиль отрисовки, что на слайде 10 — здесь он тоже нарисован, не только упомянут) и дальше через пару его сиблингов «Больничные»/«Отпускные»; «Маркетинг» и «Логистика» — прямым ребром от своего корня. Итого у «Список сотрудников» четыре родителя, но сам он — лист без единого потомка: это и есть структурное исправление против прежней версии, где через общий хаб зарплатные данные утекали в другие домены. Линии «Маркетинг» и «Логистика» специально разведены по внешним краям слайда (каждая идёт вертикально вниз мимо всей ветки «Кадры», затем одним поворотом входит в общий узел сбоку на высоте его середины) — это устраняет прежнее перекрестие по центру слайда, из-за которого было неясно, какая линия к какому домену относится; после добавления «Оклады» в центральную колонку такой прямой диагональный путь стал бы пересекать её ещё сильнее, поэтому геометрия впадения полностью заменена на угловую в обход. Обе вещи, которые независимый ревью просил сделать явными, есть на слайде: (1) легенда-напоминание в общем баре — узел на схеме означает узел плюс все его потомки; (2) открытый вопрос к разработчику о направлении обхода — что для узла с несколькими родителями видимость гарантированно обходится только вниз от точки привязки, а родительские рёбра при проверке доступа никогда не используются, вне зависимости от числа родителей; это нужно подтвердить как реальную гарантию реализации, а не молча предполагать. Старый открытый вопрос про «Маркетинг» — весь список или только свой отдел — сохранён дословно по сути (тот же класс вопроса, что и «2a»), но явно объявлено, что раньше сопутствовавший ему риск увидеть «Оклады» через общий хаб теперь закрыт структурно, потому что общий узел — лист.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правила дословно из моего предложения разработчику: «видимость течёт вниз по дереву от узла привязки, вбок и вверх — не течёт». Схема показывает все три направления сразу: вниз (потомки) — разрешено сплошной зелёной линией, вверх (предки) и вбок (соседние ветки) — запрещено, показано пунктирной красной линией. Это правило целиком заменяет собой сегодняшнюю бинарную модель «у коллекции есть домен / домена нет».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строки — три персоны на алмазном дереве «Кадры» (пример строится на настоящих именах доменов платформы — «Кадры», «Маркетинг», «Логистика» — см. заметки к слайду с деревом). Первая строка — «Сотрудник кадров» — составная привязка сразу к двум узлам-сиблингам («Больничные» и «Отпускные»); это прямое продолжение того, как многодоменность уже работает сегодня без всякого дерева (в рабочей инструкции платформы — «выбрать домен(ы) из списка», множественное число), а не костыль поверх дерева. Через оба узла она нисходяще доходит и до общего листа «Список сотрудников». «Оклады» этой персоне не видны — это общий родитель «Больничные» и «Отпускные», стоит выше обоих, а видимость вверх не течёт. Вторая строка — «Начальник отдела маркетинга» — самая содержательная: персона привязана к корню СОВСЕМ ДРУГОГО домена, «Маркетинг», а не «Кадры» — и тем не менее через обычное нисходящее наследование внутри своего домена доходит до общего узла «Список сотрудников». Главное, что здесь нужно сказать прямо: «Оклады», «Больничные» и «Отпускные» ей НЕ видны — они существуют только внутри «Кадры» и с корня «Маркетинг» структурно недостижимы, потому что «Список сотрудников» — лист без потомков. Риск увидеть оклады всей компании через общий узел, который раньше был реальной проблемой (общий узел был хабом с детьми), теперь закрыт структурно, и это стоит проговорить явно, а не просто перестать упоминать. Остаётся открытым только более тонкий вопрос, тот же класс, что и «2a»: видит ли она «Список сотрудников» целиком или только свою часть — это про гранулярность внутри уже единственного общего узла, а не про то, дотягивается ли она до чего-то лишнего сверху. Третья строка — Директор по персоналу — на корне «Кадры», поэтому видит всё дерево домена целиком — «Оклады», «Больничные», «Отпускные» и «Список сотрудников»; это задокументированный во всех проверенных индустриальных аналогах инвариант корня (Microsoft Purview: права default-домена нельзя ограничить), а не удобная деталь примера.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Обновлено по итогам внутренней критики и исследования прецедентов: раньше средний пункт был непроверенным утверждением «давно стандартно в DMS/DAM-системах» без единого названного продукта (справедливо раскритиковано внутри команды). Теперь — конкретные, названные прецеденты: Microsoft Purview (самый близкий — есть буквально функция «Restrict inherited permissions» и тот же инвариант «корень нельзя ограничить»), Google Drive («Limited access»/«Expansive access»), SharePoint («break inheritance»), Databricks Unity Catalog (наследование по catalog.schema.table). Первый пункт также уточнён: предложение решает 2b (организация доменов), а не 2a (гранулярность внутри документа) — это два разных вопроса к разработчику, разница объяснена на предыдущем слайде. Это опора для уверенного тона части 2: я предлагаю разработчику не гипотезу, а модель, чьё поведение по умолчанию уже проверено в нескольких независимо развивавшихся системах.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 подчеркнуть: предложение не блокер для текущего пилота Д8 и не повод откладывать его до реализации дерева. Сегодняшний обходной путь (несколько коллекций с отдельными доменами вместо одного дерева) полностью рабочий, просто требует больше ручного планирования на старте и создаёт риск, что несколько независимых коллекций/доменов со временем разъедутся по составу прав — именно это неудобство и снимает предложенное дерево.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статуса намеренная и увереннее, чем раньше: это готовое предложение к реализации, которое я как аналитик приношу разработчику как модель, предлагаемую в дорожную карту, а не жалоба на текущую функциональность и не гипотеза для обсуждения «стоит ли вообще». Открытые детали (двойное членство каталогов, реструктуризация дерева, множественная привязка персон) остаются реальными и честно названы на предыдущих слайдах — но как то, что дорабатывается вместе с разработчиком в процессе реализации, а не как причины сомневаться в самом предложении. Пункт явно не привязан к конкретному коду роадмапа — предполагаю линию «Каталог» (КАТ-) или «Надзор» (НАД-) как наиболее вероятных кандидатов.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Слайд-синтез, связывающий обе части и явно называющий две разные позиции по ним: и локальный чат, и иерархия каталогов — про одну и ту же границу между тем, что платформа уже гарантирует документированно, и тем, что нужно решить по мере роста поверхности платформы. Но решаются они по-разному: Часть 1 (новое место исполнения) — это открытый вопрос к разработчику, моё сомнение в необходимости; Часть 2 (более тонкая гранулярность доступа) — это моё предложение к реализации, которое я считаю готовым. Оба поднимаются заранее, пока ни один не стал контрактным обязательством.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слайд, явно фиксирующий две разные позиции колоды: Часть 1 — открытый вопрос к разработчику о необходимости РМ-1 в заявленном виде, ответа пока нет; Часть 2 — моё предложение к реализации, которое я считаю проработанным и готов обсуждать детали. Единственный источник фактов для обеих тем — материалы, которые я как аналитик подготовил для разговора с разработчиком; они же станут местом, куда будут добавлены его ответы по мере их получения, и куда попадут следующие вопросы по дорожной карте по мере разбора остальных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AI/RAG-ПЛАТФОРМА «КАМЕРАТА» · АО «ИНВЕСТИЦИОННАЯ КОМПАНИЯ Д8»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916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направления к дорожной карте:</a:t>
            </a:r>
            <a:endParaRPr lang="en-US" sz="2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и иерархия каталогов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аналитик, внимательно изучивший обе темы, поднимаю их с разработчиком платформы — направления, которые ещё не стали функциями и не зафиксированы в договоре, а обсуждаются на ближайшем roadmap-разговоре.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732520" y="173736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6" name="Shape 4"/>
          <p:cNvSpPr/>
          <p:nvPr/>
        </p:nvSpPr>
        <p:spPr>
          <a:xfrm>
            <a:off x="9015984" y="2048256"/>
            <a:ext cx="566928" cy="566928"/>
          </a:xfrm>
          <a:prstGeom prst="ellipse">
            <a:avLst/>
          </a:prstGeom>
          <a:solidFill>
            <a:srgbClr val="32385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2047" y="218431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2640" y="19659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92640" y="221284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 своими файлами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732520" y="370332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11" name="Shape 8"/>
          <p:cNvSpPr/>
          <p:nvPr/>
        </p:nvSpPr>
        <p:spPr>
          <a:xfrm>
            <a:off x="9015984" y="4014216"/>
            <a:ext cx="566928" cy="566928"/>
          </a:xfrm>
          <a:prstGeom prst="ellipse">
            <a:avLst/>
          </a:prstGeom>
          <a:solidFill>
            <a:srgbClr val="3A33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047" y="4150279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9264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692640" y="417880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материал · сентябрь 2026 · подготовка к разговору с разработчиком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ЭТИ ДВЕ ТЕМЫ В ОДНОЙ КОЛОДЕ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дорожная карта, две разные позиции: сомнение в необходимости и предложение к реализации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документирует контроль доступа для серверной части и на уровне целой коллекции документов. Но из этого не следует, что любое расширение этой границы стоит принимать как есть: по локальному чату у нас остаются сомнения, нужно ли расширение в заявленном виде; по иерархии каталогов — наоборот, есть проработанное предложение, которое мы считаем готовым двигать в реализацию.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5820" y="285750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358" y="3044038"/>
            <a:ext cx="404165" cy="4041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55648" y="2880360"/>
            <a:ext cx="3776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СОМНЕНИЯ В НЕОБХОДИМОСТИ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755648" y="320954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1 — локальный чат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868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защита данных (маскирование PII/DLP) описана для серверной части. Роадмап добавляет второе место исполнения — компьютер сотрудника, — и работает ли там та же защита, не описано. Пока это не прояснится, необходимость этого расширения в заявленном виде для нас под вопросом.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5100" y="2857500"/>
            <a:ext cx="777240" cy="77724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638" y="304403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24928" y="2880360"/>
            <a:ext cx="3776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К РЕАЛИЗАЦИИ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24928" y="320954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2 — иерархия каталогов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3796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доступ к документам делится по целой коллекции — внутри одной темы разную чувствительность данных не выразить. У нас есть проработанная модель дерева каталогов, которую мы предлагаем двигать в реализацию.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5760720"/>
            <a:ext cx="11094415" cy="621792"/>
          </a:xfrm>
          <a:prstGeom prst="roundRect">
            <a:avLst>
              <a:gd name="adj" fmla="val 13235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0664" y="58795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36" y="5971764"/>
            <a:ext cx="199705" cy="19970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34440" y="5760720"/>
            <a:ext cx="101800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позиции уже оформлены как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 для разговора с разработчиком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Часть 1 как открытый вопрос к разработчику, Часть 2 как предложение к обсуждению; материал остаётся живым документом, куда лягут ответы и детали реализации.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со своими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Линия «Раб. места» (РМ-1—РМ-4) — прежде чем это станет обязательством, у нас есть сомнения в необходимости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АГЕНТ РАБОЧЕЙ СТАНЦИИ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Новое место исполнения: 4 пункта линии «Раб. места»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платформа обрабатывает данные только на сервере. Дорожная карта добавляет агент, который выполняется прямо на компьютере сотрудника (Windows, macOS) и читает локальные файлы этой машины как контекст запроса — именно здесь у нас есть сомнения, нужно ли это расширение в заявленном виде (подробнее — на следующих слайдах).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97280" y="2395728"/>
            <a:ext cx="9997135" cy="0"/>
          </a:xfrm>
          <a:prstGeom prst="line">
            <a:avLst/>
          </a:prstGeom>
          <a:noFill/>
          <a:ln w="31750">
            <a:solidFill>
              <a:srgbClr val="DCE1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16836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98448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41448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487168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298448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Служба чтения локальных файлов (Windows, macOS) с явной моделью запретов.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2454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82898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84066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7066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72786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84066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84066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MSI, подпись корпоративным ЦС заказчика, управление через групповые политики.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88073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8517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69685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612685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658405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69685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9685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сценариев работы с локальным контекстом пользователя.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873691" y="2295144"/>
            <a:ext cx="201168" cy="201168"/>
          </a:xfrm>
          <a:prstGeom prst="ellipse">
            <a:avLst/>
          </a:prstGeom>
          <a:solidFill>
            <a:srgbClr val="8891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4135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EEF0F3"/>
          </a:solidFill>
          <a:ln w="9525">
            <a:solidFill>
              <a:srgbClr val="8891A0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055303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РМ-4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98303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244023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89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5303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055303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«Дальнейшие фазы агента рабочего места» — заглушка, без состава.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24865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РМ-1 — то, где сосредоточены наши сомнения (следующий слайд). РМ-2 идёт с ним в один квартал технически, но сам по себе вопросов не поднимает. РМ-4 — уровень D, честно заявленная заглушка без состава.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ВОПРОС К РАЗРАБОТЧИКУ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узнать, чтобы сомнение по РМ-1 снялось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«Явная модель запретов» РМ-1 задаёт, какие папки и файлы агенту трогать нельзя, но не описывает, что происходит с содержимым разрешённых файлов на пути к LLM. Моё сомнение в необходимости РМ-1 в текущем виде снимается или подтверждается четырьмя ответами разработчика: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5694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" y="2569464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2496312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0874" y="2627986"/>
            <a:ext cx="285293" cy="28529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2514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маскирование?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04672" y="3008376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Проходит ли содержимое локальных файлов через тот же PII Shield / dlp-secret, что уже применяется к серверному RAG-корпусу и чату?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217920" y="2331720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73952" y="25694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14" name="Text 11"/>
          <p:cNvSpPr/>
          <p:nvPr/>
        </p:nvSpPr>
        <p:spPr>
          <a:xfrm>
            <a:off x="6519672" y="2569464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698480" y="2496312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154" y="2627986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995160" y="2514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правило для облака?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473952" y="3008376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Действует ли правило «маскирование обязательно только для внешней/облачной модели» — или для рабочей станции оно жёстче?</a:t>
            </a:r>
            <a:endParaRPr lang="en-US" sz="1130" dirty="0"/>
          </a:p>
        </p:txBody>
      </p:sp>
      <p:sp>
        <p:nvSpPr>
          <p:cNvPr id="19" name="Shape 15"/>
          <p:cNvSpPr/>
          <p:nvPr/>
        </p:nvSpPr>
        <p:spPr>
          <a:xfrm>
            <a:off x="548640" y="4187952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4672" y="44256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1" name="Text 17"/>
          <p:cNvSpPr/>
          <p:nvPr/>
        </p:nvSpPr>
        <p:spPr>
          <a:xfrm>
            <a:off x="850392" y="4425696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029200" y="4352544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74" y="4484218"/>
            <a:ext cx="285293" cy="285293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25880" y="437083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задаёт запреты?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804672" y="4864608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запретов формирует администратор централизованно (групповые политики, вместе с РМ-2), или пользователь может расширять список сам?</a:t>
            </a:r>
            <a:endParaRPr lang="en-US" sz="1130" dirty="0"/>
          </a:p>
        </p:txBody>
      </p:sp>
      <p:sp>
        <p:nvSpPr>
          <p:cNvPr id="26" name="Shape 21"/>
          <p:cNvSpPr/>
          <p:nvPr/>
        </p:nvSpPr>
        <p:spPr>
          <a:xfrm>
            <a:off x="6217920" y="4187952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73952" y="44256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8" name="Text 23"/>
          <p:cNvSpPr/>
          <p:nvPr/>
        </p:nvSpPr>
        <p:spPr>
          <a:xfrm>
            <a:off x="6519672" y="4425696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10698480" y="4352544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0154" y="4484218"/>
            <a:ext cx="285293" cy="285293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95160" y="437083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Тот же журнал аудита?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6473952" y="4864608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 к локальным файлам попадают в тот же журнал DLP/audit-БД, что и серверные обращения, или предусмотрен отдельный журнал?</a:t>
            </a:r>
            <a:endParaRPr lang="en-US" sz="1130" dirty="0"/>
          </a:p>
        </p:txBody>
      </p:sp>
      <p:sp>
        <p:nvSpPr>
          <p:cNvPr id="33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ПОЧЕМУ ОСТАЮТСЯ СОМНЕНИЯ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пункт дорожной карты, где защита данных пока не описана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91840" cy="2788920"/>
          </a:xfrm>
          <a:prstGeom prst="roundRect">
            <a:avLst>
              <a:gd name="adj" fmla="val 2951"/>
            </a:avLst>
          </a:prstGeom>
          <a:solidFill>
            <a:srgbClr val="2C3140"/>
          </a:solidFill>
          <a:ln/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945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из 35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дорожной карты — с пока не описанной защитой данных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3453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маскирование архитектурно не распространяется на локально читаемые файлы, агент рабочей станции рискует стать новым каналом в обход периметра AI Guard, выстроенного для серверной части. Это и есть та неопределённость, из-за которой у нас остаются сомнения в необходимости РМ-1 в текущем виде.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74320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E4ECFD"/>
          </a:solidFill>
          <a:ln w="9525">
            <a:solidFill>
              <a:srgbClr val="2F6FE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9140" y="29946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9841" y="311536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12080" y="274320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Сервер: периметр AI Guard — маскирование гарантировано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393192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4549140" y="41833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841" y="430408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12080" y="393192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станция: маскирование не описано — под вопросом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5193792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Статус: это не рекомендация отказаться от РМ-1 — необходимость этого расширения в заявленном виде пока не доказана, и ответы разработчика на предыдущем слайде её снимут или подтвердят. Уровень C означает подтверждённое направление, но не обязательство по срокам — самое время спросить, пока пункт не закрепился в договоре.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Гранулярный доступ к документам — готовое предложение к реализации, а не открытый вопрос без ответа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МОДЕЛЬ СЕГОДНЯ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Сегодня: домен — плоская тематическая область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(например, «Кадры») — тематическая область данных. Коллекция — «папка» документов внутри платформы. У именованной коллекции есть ровно один домен — доступ к ней ограничен персонами этого домена; домена нет — коллекция считается общей и доступна всем.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2148840"/>
          </a:xfrm>
          <a:prstGeom prst="roundRect">
            <a:avLst>
              <a:gd name="adj" fmla="val 4255"/>
            </a:avLst>
          </a:prstGeom>
          <a:solidFill>
            <a:srgbClr val="EAEDF3"/>
          </a:solidFill>
          <a:ln w="12700">
            <a:solidFill>
              <a:srgbClr val="DCE1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62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37360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061" y="35725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60978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75378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079" y="357256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2418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8997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13397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098" y="357256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90437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037015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51415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2116" y="357256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28455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2000"/>
            </a:avLst>
          </a:prstGeom>
          <a:solidFill>
            <a:srgbClr val="EEF0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pPr indent="0" marL="0">
              <a:lnSpc>
                <a:spcPct val="115000"/>
              </a:lnSpc>
              <a:buNone/>
            </a:pPr>
            <a:r>
              <a:rPr lang="en-US" sz="130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именованной коллекции есть домен — доступ ограничен; домена нет — коллекция считается общей</a:t>
            </a:r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— из документации платформы Камерата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ГДЕ НУЖНО РЕШЕНИЕ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одной темы нужна разная аудитория — плоская модель это не выражает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в домене «Кадры» отпускные и больничные должны быть видны всем сотрудникам, а оклады — только узкому кругу лиц. Для табличных данных это решено штатно; для документов — нет.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5091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414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Табличные данные (DWH)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97180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RLS: на одной и той же таблице задаются разные row-фильтры и маски колонок для разных персон.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40690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таблица → разные срезы для разных персон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21945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194" y="250911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24414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Документы (RAG-корпус)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37960" y="297180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документированный способ сегодня — завести отдельную, более узкую коллекцию с собственным доменом, настраиваемым с нуля.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37960" y="4023360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i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несвязанных коллекций → нет общего «взгляда сверху»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754880"/>
            <a:ext cx="11094415" cy="1051560"/>
          </a:xfrm>
          <a:prstGeom prst="roundRect">
            <a:avLst>
              <a:gd name="adj" fmla="val 7826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2960" y="475488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на самом деле два разных вопроса к разработчику: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гранулярность </a:t>
            </a:r>
            <a:pPr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одной коллекции (документ/раздел/тег) — дерево каталогов её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даёт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организация множества плоских доменов в структуру с наследованием — вот что решает предложение на следующих слайдах.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ПРЕДЛОЖЕНИЕ (2B)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становится деревом каталогов, а не списком коллекций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96305" y="1984248"/>
            <a:ext cx="0" cy="4114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305" y="2926080"/>
            <a:ext cx="0" cy="237744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78985" y="3163824"/>
            <a:ext cx="283464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78985" y="3163824"/>
            <a:ext cx="0" cy="237744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13625" y="3163824"/>
            <a:ext cx="0" cy="237744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8985" y="3931920"/>
            <a:ext cx="0" cy="2514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13625" y="3931920"/>
            <a:ext cx="0" cy="2514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78985" y="4183380"/>
            <a:ext cx="283464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6305" y="4183380"/>
            <a:ext cx="0" cy="2514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24705" y="1481328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2C3140"/>
          </a:solidFill>
          <a:ln w="19050">
            <a:solidFill>
              <a:srgbClr val="2C31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4705" y="14813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907585" y="2395728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7585" y="23957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27425" y="340156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27425" y="340156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62065" y="340156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2065" y="340156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Отпускные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41825" y="4434840"/>
            <a:ext cx="3108960" cy="566928"/>
          </a:xfrm>
          <a:prstGeom prst="roundRect">
            <a:avLst>
              <a:gd name="adj" fmla="val 1290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41825" y="44348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сотрудников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467905" y="1732788"/>
            <a:ext cx="457200" cy="0"/>
          </a:xfrm>
          <a:prstGeom prst="line">
            <a:avLst/>
          </a:prstGeom>
          <a:noFill/>
          <a:ln w="12700">
            <a:solidFill>
              <a:srgbClr val="8891A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925105" y="150418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C3140"/>
          </a:solidFill>
          <a:ln/>
        </p:spPr>
      </p:sp>
      <p:sp>
        <p:nvSpPr>
          <p:cNvPr id="25" name="Text 23"/>
          <p:cNvSpPr/>
          <p:nvPr/>
        </p:nvSpPr>
        <p:spPr>
          <a:xfrm>
            <a:off x="8016545" y="15041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Директор по персоналу — весь домен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520293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«Оклады» — единственный потомок домена «Кадры»; «Больничные» и «Отпускные» — его дети-сиблинги, между собой напрямую не связанные, и оба сходятся в общий лист «Список сотрудников» — у него уже два родителя внутри одного домена. Этот же узел получит ещё двух родителей — от доменов «Маркетинг» и «Логистика» — на следующем слайде.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75157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видит узел, к которому привязана, и всё, что вложено под ним — на любую глубину.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УТОЧНИМ ВМЕСТЕ ПРИ РЕАЛИЗАЦИИ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«Список сотрудников» — общий узел сразу трёх доменов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не обязан быть в одном дереве. «Список сотрудников» нужен трём доменам сразу — «Кадры» (через «Оклады» → «Больничные»/«Отпускные»), «Маркетинг» и «Логистика» (прямым ребром от корня) — и сам является листом.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417320" y="2011680"/>
            <a:ext cx="2103120" cy="365760"/>
          </a:xfrm>
          <a:prstGeom prst="roundRect">
            <a:avLst>
              <a:gd name="adj" fmla="val 20000"/>
            </a:avLst>
          </a:prstGeom>
          <a:solidFill>
            <a:srgbClr val="2C3140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«МАРКЕТИНГ»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44745" y="2011680"/>
            <a:ext cx="2103120" cy="365760"/>
          </a:xfrm>
          <a:prstGeom prst="roundRect">
            <a:avLst>
              <a:gd name="adj" fmla="val 20000"/>
            </a:avLst>
          </a:prstGeom>
          <a:solidFill>
            <a:srgbClr val="2C3140"/>
          </a:solidFill>
          <a:ln/>
        </p:spPr>
      </p:sp>
      <p:sp>
        <p:nvSpPr>
          <p:cNvPr id="8" name="Text 6"/>
          <p:cNvSpPr/>
          <p:nvPr/>
        </p:nvSpPr>
        <p:spPr>
          <a:xfrm>
            <a:off x="5044745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68512" y="2011680"/>
            <a:ext cx="2103120" cy="365760"/>
          </a:xfrm>
          <a:prstGeom prst="roundRect">
            <a:avLst>
              <a:gd name="adj" fmla="val 20000"/>
            </a:avLst>
          </a:prstGeom>
          <a:solidFill>
            <a:srgbClr val="2C3140"/>
          </a:solidFill>
          <a:ln/>
        </p:spPr>
      </p:sp>
      <p:sp>
        <p:nvSpPr>
          <p:cNvPr id="10" name="Text 8"/>
          <p:cNvSpPr/>
          <p:nvPr/>
        </p:nvSpPr>
        <p:spPr>
          <a:xfrm>
            <a:off x="8668512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«ЛОГИСТИКА»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02996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всё дерево показано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863072" y="2029968"/>
            <a:ext cx="7799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всё дерево показано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96305" y="2377440"/>
            <a:ext cx="0" cy="27432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1905" y="2651760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1905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96305" y="3017520"/>
            <a:ext cx="0" cy="1371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27625" y="3154680"/>
            <a:ext cx="173736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27625" y="3154680"/>
            <a:ext cx="0" cy="1371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64985" y="3154680"/>
            <a:ext cx="0" cy="1371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04665" y="3291840"/>
            <a:ext cx="1645920" cy="384048"/>
          </a:xfrm>
          <a:prstGeom prst="roundRect">
            <a:avLst>
              <a:gd name="adj" fmla="val 19048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4665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42025" y="3291840"/>
            <a:ext cx="1645920" cy="384048"/>
          </a:xfrm>
          <a:prstGeom prst="roundRect">
            <a:avLst>
              <a:gd name="adj" fmla="val 19048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42025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Отпускные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227625" y="3675888"/>
            <a:ext cx="0" cy="1371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64985" y="3675888"/>
            <a:ext cx="0" cy="1371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27625" y="3813048"/>
            <a:ext cx="173736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305" y="3813048"/>
            <a:ext cx="0" cy="1371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68880" y="2377440"/>
            <a:ext cx="0" cy="1801368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468880" y="4178808"/>
            <a:ext cx="2301545" cy="0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20072" y="2377440"/>
            <a:ext cx="0" cy="1801368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22185" y="4178808"/>
            <a:ext cx="2297887" cy="0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0425" y="3950208"/>
            <a:ext cx="2651760" cy="457200"/>
          </a:xfrm>
          <a:prstGeom prst="roundRect">
            <a:avLst>
              <a:gd name="adj" fmla="val 18000"/>
            </a:avLst>
          </a:prstGeom>
          <a:solidFill>
            <a:srgbClr val="E4ECFD"/>
          </a:solidFill>
          <a:ln w="25400">
            <a:solidFill>
              <a:srgbClr val="2F6F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0425" y="3950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4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сотрудников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548640" y="4517136"/>
            <a:ext cx="11094415" cy="457200"/>
          </a:xfrm>
          <a:prstGeom prst="roundRect">
            <a:avLst>
              <a:gd name="adj" fmla="val 18000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517136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«Список сотрудников» — четыре родителя (Больничные, Отпускные, Маркетинг, Логистика), но сам он — лист: потомков нет. </a:t>
            </a:r>
            <a:pPr algn="ctr" indent="0" marL="0">
              <a:lnSpc>
                <a:spcPct val="118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Напоминание: узел на этой и предыдущей схеме = он сам плюс все его потомки — поэтому «Оклады» на предыдущем слайде значит не только оклады, а всю ветку под ним.</a:t>
            </a:r>
            <a:endParaRPr lang="en-US" sz="1080" dirty="0"/>
          </a:p>
        </p:txBody>
      </p:sp>
      <p:sp>
        <p:nvSpPr>
          <p:cNvPr id="36" name="Shape 34"/>
          <p:cNvSpPr/>
          <p:nvPr/>
        </p:nvSpPr>
        <p:spPr>
          <a:xfrm>
            <a:off x="548640" y="5065776"/>
            <a:ext cx="11094415" cy="1143000"/>
          </a:xfrm>
          <a:prstGeom prst="roundRect">
            <a:avLst>
              <a:gd name="adj" fmla="val 7200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5362956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494630"/>
            <a:ext cx="285293" cy="285293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1463040" y="5175504"/>
            <a:ext cx="990569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вопросы к разработчику.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Направление обхода: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узла с несколькими родителями видимость должна обходиться строго вниз от точки привязки, а родительские рёбра при проверке доступа не использоваться — независимо от числа родителей у узла. Это нужно подтвердить как гарантию реализации, а не как наше предположение.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Гранулярность списка: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на корне «Маркетинг» обычным нисходящим наследованием доходит до «Список сотрудников» — видит ли она список целиком или только свой отдел? Тот же класс вопроса, что и «2a» ранее, остаётся открытым — в отличие от риска увидеть «Оклады» через этот узел: он закрыт структурно, поскольку «Список сотрудников» — лист.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ПРАВИЛО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Видимость течёт только вниз по дереву от узла привязки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724248" y="336042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2C3140"/>
          </a:solidFill>
          <a:ln/>
        </p:spPr>
      </p:sp>
      <p:sp>
        <p:nvSpPr>
          <p:cNvPr id="5" name="Text 3"/>
          <p:cNvSpPr/>
          <p:nvPr/>
        </p:nvSpPr>
        <p:spPr>
          <a:xfrm>
            <a:off x="4724248" y="33604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Узел, к которому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привязана персона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49928" y="17830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632808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Предки узла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32808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вверх — не видно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078828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9528" y="2040941"/>
            <a:ext cx="261518" cy="26151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95848" y="2560320"/>
            <a:ext cx="0" cy="80010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4449928" y="46405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E1F3EA"/>
          </a:solidFill>
          <a:ln w="19050">
            <a:solidFill>
              <a:srgbClr val="2E9E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32808" y="47320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потомки узла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32808" y="50520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вниз — видно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078828" y="47777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528" y="4898441"/>
            <a:ext cx="261518" cy="26151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095848" y="4137660"/>
            <a:ext cx="0" cy="502920"/>
          </a:xfrm>
          <a:prstGeom prst="line">
            <a:avLst/>
          </a:prstGeom>
          <a:noFill/>
          <a:ln w="25400">
            <a:solidFill>
              <a:srgbClr val="2E9E6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1520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937260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1" y="361828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54480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554480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611880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24" name="Shape 19"/>
          <p:cNvSpPr/>
          <p:nvPr/>
        </p:nvSpPr>
        <p:spPr>
          <a:xfrm>
            <a:off x="8579815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25" name="Shape 20"/>
          <p:cNvSpPr/>
          <p:nvPr/>
        </p:nvSpPr>
        <p:spPr>
          <a:xfrm>
            <a:off x="8785555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56" y="361828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402775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9402775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467448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30" name="Text 24"/>
          <p:cNvSpPr/>
          <p:nvPr/>
        </p:nvSpPr>
        <p:spPr>
          <a:xfrm>
            <a:off x="548640" y="57378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привязывается к одному узлу дерева и автоматически получает доступ ко всему, что вложено под ним — без ручной настройки на каждый вложенный каталог.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КАК ЭТО РАБОТАЕТ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персоны — три разных пути к «Список сотрудников»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029968"/>
            <a:ext cx="713232" cy="713232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128" y="2201144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739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 кадров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691640" y="215798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9" name="Text 6"/>
          <p:cNvSpPr/>
          <p:nvPr/>
        </p:nvSpPr>
        <p:spPr>
          <a:xfrm>
            <a:off x="1737360" y="21579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Больничные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691640" y="256032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11" name="Text 8"/>
          <p:cNvSpPr/>
          <p:nvPr/>
        </p:nvSpPr>
        <p:spPr>
          <a:xfrm>
            <a:off x="173736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Отпускные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577840" y="1810512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«Больничные», «Отпускные» и общий лист «Список сотрудников» — через оба узла привязки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577840" y="2395728"/>
            <a:ext cx="5790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Составная привязка: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привязана сразу к двум узлам-сиблингам — явная множественная привязка, а не «переключение» между ролями. «Оклады» не видит: это их общий родитель, стоит выше обоих, а видимость вверх не течёт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8952" y="3675888"/>
            <a:ext cx="713232" cy="713232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28" y="3847064"/>
            <a:ext cx="370881" cy="37088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91640" y="34198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Начальник отдела маркетинга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1691640" y="380390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19" name="Text 15"/>
          <p:cNvSpPr/>
          <p:nvPr/>
        </p:nvSpPr>
        <p:spPr>
          <a:xfrm>
            <a:off x="1737360" y="38039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 (корень домена)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5577840" y="3456432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«Список сотрудников» — прямым ребром своего домена; узел лист, потомков за ним нет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5577840" y="4041648"/>
            <a:ext cx="5790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Явно не видит: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«Оклады», «Больничные», «Отпускные» — они существуют только внутри «Кадры» и недостижимы со стороны «Маркетинг». Открыто: весь список или только свой отдел — тот же вопрос, что и «2a»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548640" y="493776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58952" y="5321808"/>
            <a:ext cx="713232" cy="713232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28" y="5492984"/>
            <a:ext cx="370881" cy="37088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506577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Директор по персоналу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1691640" y="544982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27" name="Text 22"/>
          <p:cNvSpPr/>
          <p:nvPr/>
        </p:nvSpPr>
        <p:spPr>
          <a:xfrm>
            <a:off x="1737360" y="54498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(корень домена)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5577840" y="5102352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домен целиком — «Оклады», «Больничные», «Отпускные» и «Список сотрудников»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5577840" y="5687568"/>
            <a:ext cx="5790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Особенность корня: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 к корню — права default-узла в принципе нельзя сузить (тот же инвариант, что и в Microsoft Purview)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ПОЧЕМУ ЭТО РЕАЛИСТИЧНОЕ ПРЕДЛОЖЕНИЕ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просто идея — предложение подкреплено проверенными прецедентами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6778" y="22667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Решает 2b, не изобретая ось заново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Организацию множества плоских доменов (2b) — одной структурой, а не отдельными несвязанными доменами. Гранулярность внутри документа (2a) — отдельный, ещё открытый вопрос к разработчику.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34256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05856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394" y="22667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62856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Проверено прецедентами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608576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«вниз, не вбок и не вверх» — задокументированное поведение Microsoft Purview («Restrict inherited permissions»), Google Drive («Limited access»), SharePoint и Databricks Unity Catalog.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19872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91472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8010" y="226679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48472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не меняется по сути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94192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тематической единицей data mesh-подхода — просто получает внутреннюю структуру вместо плоского списка коллекций.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ДО РЕАЛИЗАЦИИ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остаётся в силе сегодня, пока предложение не реализовано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2103120"/>
          </a:xfrm>
          <a:prstGeom prst="roundRect">
            <a:avLst>
              <a:gd name="adj" fmla="val 3913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5987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11680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Обходной путь работает и не блокирует пилот Д8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2514600"/>
            <a:ext cx="9539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Дробление одной темы на несколько отдельных коллекций с разными доменами (2b) — штатный, документированный способ развести уровни допуска уже сегодня. Для гранулярности внутри документа (2a) обходного пути пока нет вообще — только физическое разнесение по разным файлам.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47493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тщательного планирования структуры доменов на старте.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4" y="47493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Добавляет административную нагрузку — несколько коллекций/доменов на тему, риск разъезжания.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Статус: предложение к реализации, а не отчёт о дефекте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9202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к реализации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найденный баг и не пробел в тестировании — а естественное расширение сегодняшней модели «домен = тематическая область», подкреплённое конкретными прецедентами из индустрии. Предлагаю включить его в дорожную карту и готов прорабатывать детали реализации вместе с разработчиком.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Вероятный кандидат в существующей структуре дорожной карты — линия «Каталог» (КАТ-) или «Надзор» (НАД-).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и та же граница контроля доступа — два разных ответа: сомнение и предложение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438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026" y="20857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Гарантировано сегодня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Маскирование PII/DLP — для серверной части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Контроль доступа — на уровне целой коллекции (флаг «домен есть / домена нет»)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366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306" y="20857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разные позиции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3796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Часть 1 — сомнение в необходимости нового места исполнения (компьютер сотрудника); жду ответа разработчика</a:t>
            </a:r>
            <a:endParaRPr lang="en-US" sz="12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Часть 2 — предложение к реализации, снимающее ограничение плоского домена; готов дорабатывать вместе с разработчиком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48640" y="5029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остаётся открытым вопросом к разработчику, Часть 2 — предложением к реализации. Обе позиции поднимаются проактивно, до того как РМ-1 или «Каталог»/«Надзор» станут обязательством в договоре.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02775" y="1051560"/>
            <a:ext cx="1371600" cy="137160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1959" y="138074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ДОКУМЕНТ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1031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Сомнение и предложение — в одном файле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306324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остаётся открытым вопросом о необходимости — жду точку зрения разработчика. Часть 2 — моё предложение к реализации, готовое дорабатывать вместе. Обе позиции зафиксированы в материалах, которые я подготовил для разговора с разработчиком, куда лягут его ответы и шаги к реализации.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4526280"/>
            <a:ext cx="7863840" cy="777240"/>
          </a:xfrm>
          <a:prstGeom prst="roundRect">
            <a:avLst>
              <a:gd name="adj" fmla="val 10588"/>
            </a:avLst>
          </a:prstGeom>
          <a:solidFill>
            <a:srgbClr val="2C3140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5262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и предложения к дорожной карте для разработчика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2026-09-05T19:11:26Z</dcterms:created>
  <dcterms:modified xsi:type="dcterms:W3CDTF">2026-09-05T19:11:26Z</dcterms:modified>
</cp:coreProperties>
</file>