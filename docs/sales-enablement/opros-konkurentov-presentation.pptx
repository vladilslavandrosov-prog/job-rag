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ПРОДАЖИ · КОНКУРЕНТНАЯ РАЗВЕДКА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Опрос конкурентов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2880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Чек-лист для продавцов — узнать реальную функциональность рынка под видом обычного клиента, без внутренних терминов.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вопроса на бытовом языке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0215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50215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категорий функциональности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679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33679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пункта роадмапа — источник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0684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7143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917143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листа рабочего чек-листа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11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КАК ПРОВОДИТЬ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Правила разговора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Естественность важнее полноты — не нужно задавать все вопросы подряд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828800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Представьтесь тем, кто вы есть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4884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Компания выбирает платформу для работы с ИИ и данными — это правда, ничего выдумывать не нужно.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828800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называйте наш продукт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214884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сравнивайте вслух — расспрашивайте как обычный заинтересованный клиент.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10896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246120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Выбирайте вопросы по ходу разговора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56616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обязательно задавать все подряд — естественность важнее полноты списка.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63640" y="310896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4652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3246120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Говорите своими словами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949440" y="356616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Формулировки в чек-листе — заготовка, а не сценарий для зачитывания.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452628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663440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Пропускайте, если звучит подозрительно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498348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Слишком технический вопрос — спросите проще или отложите на другой раз.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63640" y="452628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4652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4663440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Записывайте сразу после разговора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949440" y="498348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 не забылись детали — заносите в чек-лист интервью.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6172200"/>
            <a:ext cx="219456" cy="182880"/>
          </a:xfrm>
          <a:prstGeom prst="rect">
            <a:avLst/>
          </a:prstGeom>
          <a:solidFill>
            <a:srgbClr val="1E7B4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95528" y="6126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46120" y="6172200"/>
            <a:ext cx="219456" cy="182880"/>
          </a:xfrm>
          <a:prstGeom prst="rect">
            <a:avLst/>
          </a:prstGeom>
          <a:solidFill>
            <a:srgbClr val="C97A1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538728" y="6126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Частично / Скоро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989320" y="6172200"/>
            <a:ext cx="219456" cy="182880"/>
          </a:xfrm>
          <a:prstGeom prst="rect">
            <a:avLst/>
          </a:prstGeom>
          <a:solidFill>
            <a:srgbClr val="8C99A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281928" y="6126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/ В планах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ИСТОЧНИКИ И ПОКАЗАТЕЛИ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Данные и единый справочник показателей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Полные формулировки — в docs/sales-enablement/opros-konkurentov-cheklist.xlsx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394960" cy="4526280"/>
          </a:xfrm>
          <a:prstGeom prst="roundRect">
            <a:avLst>
              <a:gd name="adj" fmla="val 1212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9280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spc="5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ДАННЫХ И ИНТЕГРАЦИИ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6888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сразу из нескольких систем, не только одной?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 по данным из разных систем — автоматически?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Настройка выборок данных без программиста?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Подключение к нашим моделям / ИИ-провайдеру?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Чтение почты как источника данных?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Отправка ответов и отчётов на почту?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691640"/>
            <a:ext cx="5394960" cy="4526280"/>
          </a:xfrm>
          <a:prstGeom prst="roundRect">
            <a:avLst>
              <a:gd name="adj" fmla="val 1212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89280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spc="5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СПРАВОЧНИК ПОКАЗАТЕЛЕЙ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46888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справочник бизнес-показателей — чтобы разные сотрудники получали одинаковый ответ?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ИСТОЧНИКИ И ПОКАЗАТЕЛИ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Зачем эти вопросы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на самом деле проверяет каждый пункт — для понимания, не для зачитывания клиенту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526280"/>
        </p:xfrm>
        <a:graphic>
          <a:graphicData uri="http://schemas.openxmlformats.org/drawingml/2006/table">
            <a:tbl>
              <a:tblPr/>
              <a:tblGrid>
                <a:gridCol w="6035040"/>
                <a:gridCol w="5120640"/>
              </a:tblGrid>
              <a:tr h="5657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спрашиваем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5657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 сразу из нескольких систем, не только одной?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кросс-источниковый поиск, а не выдача только по одной базе.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57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Расчёт по данным из разных систем — автоматически?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Сводит ли платформа расчёт сама, или считает пользователь вручную.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57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Настройка выборок данных без программиста?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self-service конструктор срезов данных.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57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Подключение к нашим моделям / ИИ-провайдеру?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Насколько открыта их платформа к сторонним ИИ-провайдерам.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57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Чтение почты как источника данных?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Читает ли их система почтовые ящики как базу знаний.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57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Отправка ответов и отчётов на почту?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Умеет ли система сама доставлять результат в почту.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57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Единый справочник бизнес-показателей — чтобы разные сотрудники получали одинаковый ответ?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общий каталог метрик с формулами, чтобы ответы не расходились между сотрудниками.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ПОСТАВКА И ЗАЩИТА ДАННЫХ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Настройка, поставка и приватность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Полные формулировки — в docs/sales-enablement/opros-konkurentov-cheklist.xlsx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394960" cy="4526280"/>
          </a:xfrm>
          <a:prstGeom prst="roundRect">
            <a:avLst>
              <a:gd name="adj" fmla="val 1212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9280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spc="5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НАСТРОЙКА И ПОСТАВКА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6888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Оформление интерфейса под фирменный стиль клиента?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Развёртывание в закрытом контуре без интернета?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Гарантии, что контур не обращается наружу тайно?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691640"/>
            <a:ext cx="5394960" cy="4526280"/>
          </a:xfrm>
          <a:prstGeom prst="roundRect">
            <a:avLst>
              <a:gd name="adj" fmla="val 1212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89280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spc="5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 ДАННЫХ И ПРИВАТНОСТЬ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46888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Маскирование персональных данных (ФИО, паспорта, счета) в ответах?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Отдельная защита паролей и ключей доступа к нашим системам?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Предупреждение, если данные устарели или содержат ошибки?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ПОСТАВКА И ЗАЩИТА ДАННЫХ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Зачем эти вопросы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на самом деле проверяет каждый пункт — для понимания, не для зачитывания клиенту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526280"/>
        </p:xfrm>
        <a:graphic>
          <a:graphicData uri="http://schemas.openxmlformats.org/drawingml/2006/table">
            <a:tbl>
              <a:tblPr/>
              <a:tblGrid>
                <a:gridCol w="6035040"/>
                <a:gridCol w="5120640"/>
              </a:tblGrid>
              <a:tr h="6466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спрашиваем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Оформление интерфейса под фирменный стиль клиента?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брендирование интерфейса (white-label).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Развёртывание в закрытом контуре без интернета?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офлайн / on-premise поставка.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Гарантии, что контур не обращается наружу тайно?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Насколько реально изолирован контур, а не просто «можно поставить локально».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Маскирование персональных данных (ФИО, паспорта, счета) в ответах?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автоматическая анонимизация персональных данных в ответах.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Отдельная защита паролей и ключей доступа к нашим системам?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хранятся секреты/учётные данные к подключённым системам.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Предупреждение, если данные устарели или содержат ошибки?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контроль качества данных и оповещения.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АГЕНТЫ И АУДИТ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ИИ-агенты, аудит и безопасность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Полные формулировки — в docs/sales-enablement/opros-konkurentov-cheklist.xlsx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394960" cy="4526280"/>
          </a:xfrm>
          <a:prstGeom prst="roundRect">
            <a:avLst>
              <a:gd name="adj" fmla="val 1212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9280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spc="5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ИИ-АГЕНТЫ И КОНТРОЛЬ ИХ ДЕЙСТВИЙ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6888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Видно ли, к каким системам есть доступ у каждого агента?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человеком перед важным действием агента?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Можно ли отличить текст, написанный ИИ, от текста человека?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691640"/>
            <a:ext cx="5394960" cy="4526280"/>
          </a:xfrm>
          <a:prstGeom prst="roundRect">
            <a:avLst>
              <a:gd name="adj" fmla="val 1212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89280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spc="5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 И ИНФОРМАЦИОННАЯ БЕЗОПАСНОСТЬ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46888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Выгрузка логов действий в наши системы безопасности?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данных, уходящих во внешние сервисы и модели?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АГЕНТЫ И АУДИТ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Зачем эти вопросы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на самом деле проверяет каждый пункт — для понимания, не для зачитывания клиенту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526280"/>
        </p:xfrm>
        <a:graphic>
          <a:graphicData uri="http://schemas.openxmlformats.org/drawingml/2006/table">
            <a:tbl>
              <a:tblPr/>
              <a:tblGrid>
                <a:gridCol w="6035040"/>
                <a:gridCol w="5120640"/>
              </a:tblGrid>
              <a:tr h="754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спрашиваем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Видно ли, к каким системам есть доступ у каждого агента?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учёт того, к каким системам может обращаться каждый агент.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Подтверждение человеком перед важным действием агента?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контроль человека перед важными автоматическими действиями.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Можно ли отличить текст, написанный ИИ, от текста человека?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маркировка контента, созданного моделью.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Выгрузка логов действий в наши системы безопасности?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интеграция с SIEM / экспорт аудита.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Учёт данных, уходящих во внешние сервисы и модели?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Фиксируют ли они, что и куда уходит наружу.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ПОИСК И ОРГАНИЗАЦИОННЫЕ ВОПРОСЫ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Общие возможности и условия работы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Полные формулировки — в docs/sales-enablement/opros-konkurentov-cheklist.xlsx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394960" cy="4526280"/>
          </a:xfrm>
          <a:prstGeom prst="roundRect">
            <a:avLst>
              <a:gd name="adj" fmla="val 1212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9280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spc="5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И ОБЩИЕ ВОЗМОЖНОСТИ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6888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ответа в интернете, если данных нет внутри компании?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Гибкая настройка доступа — вплоть до отдельных папок?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691640"/>
            <a:ext cx="5394960" cy="4526280"/>
          </a:xfrm>
          <a:prstGeom prst="roundRect">
            <a:avLst>
              <a:gd name="adj" fmla="val 1212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89280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spc="5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ОРГАНИЗАЦИОННЫЕ ВОПРОСЫ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46888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обычно занимает внедрение?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строится ценообразование?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 ли референсы в нашей отрасли?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ПОИСК И ОРГАНИЗАЦИОННЫЕ ВОПРОСЫ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Зачем эти вопросы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на самом деле проверяет каждый пункт — для понимания, не для зачитывания клиенту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526280"/>
        </p:xfrm>
        <a:graphic>
          <a:graphicData uri="http://schemas.openxmlformats.org/drawingml/2006/table">
            <a:tbl>
              <a:tblPr/>
              <a:tblGrid>
                <a:gridCol w="6035040"/>
                <a:gridCol w="5120640"/>
              </a:tblGrid>
              <a:tr h="754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спрашиваем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Поиск ответа в интернете, если данных нет внутри компании?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встроенный веб-поиск, когда данных нет внутри.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Гибкая настройка доступа — вплоть до отдельных папок?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Насколько тонко можно разграничивать доступ к источникам.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обычно занимает внедрение?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Ориентир скорости поставки у конкурента, для сравнения с нашими сроками.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строится ценообразование?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Модель цены конкурента (за пользователя / объём / фикс).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референсы в нашей отрасли?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Отраслевой опыт конкурента.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КАК ИСПОЛЬЗОВАТЬ РЕЗУЛЬТАТ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Сравнение рынка — накапливаем по мере опросов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«Наша платформа» — по текущему роадмапу. Колонки под конкурентов добавляются в xlsx по мере разговоров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206240"/>
        </p:xfrm>
        <a:graphic>
          <a:graphicData uri="http://schemas.openxmlformats.org/drawingml/2006/table">
            <a:tbl>
              <a:tblPr/>
              <a:tblGrid>
                <a:gridCol w="3108960"/>
                <a:gridCol w="2011680"/>
                <a:gridCol w="6035040"/>
              </a:tblGrid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Наша 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Комментарий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Источники данных и интеграции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7B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Совместимость с ещё одним форматом API — в доработке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Единый справочник показателей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Скоро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разработке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Настройка и поставка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Скоро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разработке, гейт для демо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Защита данных и приватность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7B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Маскирование и защита ключей — готово; оповещения о качестве — скоро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ИИ-агенты и контроль действий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Скоро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разработке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Аудит и информационная безопасность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7B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SIEM — готово; аудит внешних обменов — скоро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Поиск и общие возможности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7B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Веб-поиск готов; гибкий доступ по папкам — зависит от реестра доступов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6172200"/>
            <a:ext cx="219456" cy="182880"/>
          </a:xfrm>
          <a:prstGeom prst="rect">
            <a:avLst/>
          </a:prstGeom>
          <a:solidFill>
            <a:srgbClr val="1E7B4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6126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246120" y="6172200"/>
            <a:ext cx="219456" cy="182880"/>
          </a:xfrm>
          <a:prstGeom prst="rect">
            <a:avLst/>
          </a:prstGeom>
          <a:solidFill>
            <a:srgbClr val="C97A1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538728" y="6126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989320" y="6172200"/>
            <a:ext cx="219456" cy="182880"/>
          </a:xfrm>
          <a:prstGeom prst="rect">
            <a:avLst/>
          </a:prstGeom>
          <a:solidFill>
            <a:srgbClr val="8C99A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81928" y="6126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планах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2026-09-15T16:25:55Z</dcterms:created>
  <dcterms:modified xsi:type="dcterms:W3CDTF">2026-09-15T16:25:55Z</dcterms:modified>
</cp:coreProperties>
</file>