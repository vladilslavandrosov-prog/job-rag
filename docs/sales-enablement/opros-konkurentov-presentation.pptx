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· КОНКУРЕНТНАЯ РАЗВЕДКА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Опрос конкурентов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для продавцов — узнать реальную функциональность рынка под видом обычного клиента, без внутренних терминов.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с объяснением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блока по приоритету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пункта роадмапа — источник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 рабочего чек-листа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КРИТИЧНО СПРОСИТЬ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Критично спросить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своими словами; объяснение — для вас, не для клиента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830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ли автоматическое скрытие/маскирование персональных данных (ФИО, паспорта, счета) в ответах системы?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677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 наличие автоматической защиты персональных данных в ответах — критично для комплаенса.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развернуть систему полностью у нас, в закрытом контуре, без доступа к интернету?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821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есть ли у них поставка «в закрытом контуре» — важно для клиентов с высокими требованиями к безопасности.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6118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Может ли система отвечать, объединяя данные сразу из нескольких систем, а не только по одной?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0965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умеет ли конкурент строить один ответ на основе сразу нескольких источников данных, а не искать по одному за раз.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45262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ли единый справочник бизнес-показателей, чтобы разные сотрудники получали одинаковый ответ на один и тот же вопрос?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0109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есть ли у них общий каталог метрик с готовыми формулами, чтобы ответы не расходились между сотрудниками.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53492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54406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выгружать логи действий (кто что спрашивал/делал) в наши системы безопасности?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9253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 интеграцию с системами информационной безопасности и экспорт журналов действий.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ВАЖНО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Важно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своими словами; объяснение — для вас, не для клиента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830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агент собирается сделать что-то важное (отправить письмо, изменить данные) — он спросит подтверждения у человека или сделает сам?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677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 наличие контроля человека перед важными автоматическими действиями агента.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гибко настроить, кому какие источники данных доступны — вплоть до отдельных папок?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821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 гранулярность разграничения доступа к источникам данных.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6118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нужно посчитать показатель по данным из разных систем — система сама сведёт расчёт, или это делается вручную?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0965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автоматизирован ли у них расчёт, который затрагивает несколько систем.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45262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самостоятельно, без программиста, настраивать, какие выборки/срезы данных доступны для вопросов?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0109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есть ли у них простой конструктор настройки данных, без обращения к разработчикам.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53492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54406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подключить систему к моделям, которые мы уже используем, или она работает только со своими?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9253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насколько открыта их платформа к сторонним ИИ-моделям.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ЕСЛИ БУДЕТ ВРЕМЯ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Если будет время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своими словами; объяснение — для вас, не для клиента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830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хранятся пароли и ключи доступа к нашим системам — есть ли отдельная защита?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677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как конкурент защищает учётные данные для подключения к системам клиента.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 вас есть агенты, которые сами выполняют действия — видно ли, к каким системам у какого агента есть доступ?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821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ведут ли они учёт того, к каким системам может обращаться каждый агент.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6118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отличить текст или документ, который создал ИИ, от написанного человеком?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0965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Проверяем, маркируют ли они контент, созданный моделью.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ОРГАНИЗАЦИОННЫЕ ВОПРОСЫ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Организационные вопросы — спрашивать всегда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своими словами; объяснение — для вас, не для клиента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830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времени обычно занимает внедрение?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677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 скорости поставки у конкурента — для сравнения с нашими сроками.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строится ценообразование — за пользователя, за объём данных, фиксированная стоимость?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821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цены конкурента — для сравнения с нашей.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611880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ли у вас клиенты в нашей отрасли, на которых можно посмотреть референс?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09651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Отраслевой опыт конкурента.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МАТРИЦА ПОКРЫТИЯ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Какой вопрос подтверждает какую функциональность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— подтверждает напрямую. ~ — подтверждает частично. Пусто — не связано.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5400000">
            <a:off x="2873636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персональных данных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 rot="-5400000">
            <a:off x="3363109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Офлайн-образы поставки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 rot="-5400000">
            <a:off x="3852582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режима поставки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 rot="-5400000">
            <a:off x="4342055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Кросс-источниковая аналитика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 rot="-5400000">
            <a:off x="4831528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Наполнение каталога из глоссария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 rot="-5400000">
            <a:off x="5321001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Показатель как объект каталога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 rot="-5400000">
            <a:off x="5810474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из каталога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 rot="-5400000">
            <a:off x="6299947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аудита в SIEM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 rot="-5400000">
            <a:off x="6789420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подтверждения действий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 rot="-5400000">
            <a:off x="7278893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доступов агентов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 rot="-5400000">
            <a:off x="7768366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на почтовые источники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 rot="-5400000">
            <a:off x="8257839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оркестрация расчётов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 rot="-5400000">
            <a:off x="8747312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витрин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 rot="-5400000">
            <a:off x="9236785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шлюз к моделям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 rot="-5400000">
            <a:off x="9726258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Совместимость с /v1/responses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 rot="-5400000">
            <a:off x="10215731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 и контрольные суммы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 rot="-5400000">
            <a:off x="10705204" y="2155564"/>
            <a:ext cx="1417320" cy="48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Провенанс «создано моделью»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337560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27033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16506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5979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95452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84925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4398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3871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53344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2816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32289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21762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11235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00708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90181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79654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169127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658600" y="1691640"/>
            <a:ext cx="0" cy="4727448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3108960"/>
            <a:ext cx="11155680" cy="0"/>
          </a:xfrm>
          <a:prstGeom prst="line">
            <a:avLst/>
          </a:prstGeom>
          <a:noFill/>
          <a:ln w="9525">
            <a:solidFill>
              <a:srgbClr val="D8DEE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3108960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3363585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" y="3618210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" y="3872836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127461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" y="4382086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4636711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4891337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5145962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" y="5400587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2920" y="5655212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920" y="5909838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920" y="6164463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6350">
            <a:solidFill>
              <a:srgbClr val="D8DEE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76072" y="3108960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персональных данных?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3337560" y="3108960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76072" y="3363585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Закрытый контур без интернета?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3827033" y="3363585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4316506" y="3363585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576072" y="3618210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из нескольких систем сразу?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4805979" y="3618210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576072" y="3872836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справочник показателей?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5295452" y="3872836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5784925" y="3872836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6274398" y="3872836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576072" y="4127461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 действий в SIEM?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763871" y="4127461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576072" y="4382086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действий агента?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7253344" y="4382086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576072" y="4636711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Гибкий доступ по папкам?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7742816" y="4636711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8232289" y="4636711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576072" y="4891337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расчёт по системам?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8721762" y="4891337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576072" y="5145962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Выборки данных без программиста?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9211235" y="5145962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576072" y="5400587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своим моделям?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9700708" y="5400587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10190181" y="5400587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576072" y="5655212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паролей и ключей?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0679654" y="5655212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576072" y="5909838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 доступов агентов?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7742816" y="5909838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576072" y="6164463"/>
            <a:ext cx="2688336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ИИ отличим от человека?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1169127" y="6164463"/>
            <a:ext cx="489473" cy="25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2026-09-15T16:56:09Z</dcterms:created>
  <dcterms:modified xsi:type="dcterms:W3CDTF">2026-09-15T16:56:09Z</dcterms:modified>
</cp:coreProperties>
</file>