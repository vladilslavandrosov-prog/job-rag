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9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57255" y="50292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/tmp/claude-0/-home-user-job-RAG/ef3eafce-311b-5f93-abd3-f923a7360240/scratchpad/pptx_build/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427" y="595092"/>
            <a:ext cx="474025" cy="4740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16002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B9D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ВНУТРЕННЕЕ ПРОДУКТОВОЕ ПРЕДЛОЖЕНИЕ · ПЛАТФОРМА «КАМЕРАТА»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96596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Автоматическая проверка здоровья ингестии документов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977640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Продуктовое предложение, выросшее из разбора пилота АО «Эко Ресурс»: 5 из 7 подтверждённых ошибок ассистента — один и тот же силентный сбой парсинга документов, обнаруженный только ручной проверкой консультанта. Рамка для обсуждения с командой платформы — не спецификация для разработки.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349240"/>
            <a:ext cx="332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из 7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83387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подтверждённых ошибок пилота — один паттерн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45280" y="5349240"/>
            <a:ext cx="332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4145280" y="583387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документа-источника, независимо проверенных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87640" y="5349240"/>
            <a:ext cx="332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7787640" y="5833872"/>
            <a:ext cx="332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слоя алгоритма проверки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11.09.2026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В ОДНОМ АБЗАЦЕ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силентный сбой парсинга объяснил почти всё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4343400"/>
          </a:xfrm>
          <a:prstGeom prst="roundRect">
            <a:avLst>
              <a:gd name="adj" fmla="val 2338"/>
            </a:avLst>
          </a:prstGeom>
          <a:solidFill>
            <a:srgbClr val="0E7C8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0B5E66"/>
          </a:solidFill>
          <a:ln/>
        </p:spPr>
      </p:sp>
      <p:pic>
        <p:nvPicPr>
          <p:cNvPr id="6" name="Image 0" descr="/tmp/claude-0/-home-user-job-RAG/ef3eafce-311b-5f93-abd3-f923a7360240/scratchpad/pptx_build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598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603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из 7</a:t>
            </a:r>
            <a:endParaRPr lang="en-US" sz="5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66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подтверждённых ошибок пилота свелись к одному и тому же паттерну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4617720"/>
            <a:ext cx="2971800" cy="0"/>
          </a:xfrm>
          <a:prstGeom prst="line">
            <a:avLst/>
          </a:prstGeom>
          <a:noFill/>
          <a:ln w="12700">
            <a:solidFill>
              <a:srgbClr val="0B5E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7548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вручную: 25 файлов, 3 инструмента конвертации, сверка с ответами платформы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1417320"/>
            <a:ext cx="7208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распарсился — и это нигде не было видно: ни в интерфейсе, ни в логах, которые видел бы обычный пользователь. Единственный способ, которым это вообще обнаружилось, — ручной пилотный тест силами консультанта: открыть 25 файлов тремя разными инструментами и сравнить результат с ответами платформы.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80560" y="3749040"/>
            <a:ext cx="7208215" cy="2011680"/>
          </a:xfrm>
          <a:prstGeom prst="roundRect">
            <a:avLst>
              <a:gd name="adj" fmla="val 3636"/>
            </a:avLst>
          </a:prstGeom>
          <a:solidFill>
            <a:srgbClr val="FBEFDC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3977640"/>
            <a:ext cx="6568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F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4297680"/>
            <a:ext cx="6568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Автоматизировать ровно этот ручной шаг: после загрузки документа алгоритмически сверять, что число полученных фрагментов и объём извлечённого текста правдоподобны относительно размера и типа файла, — и явно показывать администратору, если нет.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— ЧТО ИМЕННО ЭТО ПОЙМАЛО БЫ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документа, один и тот же паттерн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содержит извлекаемый текст — платформа получила почти нулевое число фрагментов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585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1097280"/>
                <a:gridCol w="265176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Документ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Текст, извлечённый catdoc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увидела бы проверка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И-16-01-11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1.2, 1.3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 КБ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828 строк / ~31,7 тыс. знаков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5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Файл заведомо не пустой — почти нулевой результат чанкинга статистически аномален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Д-08-04-01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 МБ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строк / ~13,5 тыс. знаков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5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Тот же паттерн, даже с поправкой на встроенные объекты в файле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Методика №38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КБ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 строк / ~11,6 тыс. знаков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5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Самый маленький из четырёх, но всё равно явно не пустой текст+таблица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И-08-05-08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 КБ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697 строк / ~20,2 тыс. знаков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5E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Существенный объём текста — нулевой/почти нулевой результат необъясним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892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Реальных цифр чанкинга от самой платформы у нас нет — это впервые увидим на шаге 0 плана внедрения. Таблица — независимое подтверждение, что у файлов физически есть что индексировать; предмет проверки — расхождение между «файл содержит текст» и «платформа получила почти ничего», не догадка о «правильном» числе чанков.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5669280"/>
            <a:ext cx="11185855" cy="685800"/>
          </a:xfrm>
          <a:prstGeom prst="roundRect">
            <a:avLst>
              <a:gd name="adj" fmla="val 9333"/>
            </a:avLst>
          </a:prstGeom>
          <a:solidFill>
            <a:srgbClr val="0E7C8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66928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из 7 подтверждённых ошибок (вопросы 1.2, 1.3, 2.2, 2.3, 6.2) были бы автоматически флагнуты — до того, как об этом узнал клиент на демонстрации, без единого часа ручного разбора.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— КОНТРОЛЬНЫЙ СЛУЧАЙ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всё, что не находится, — проблема загрузки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5.2 показывает границу применимости проверки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DFEFF0"/>
          </a:solidFill>
          <a:ln w="12700">
            <a:solidFill>
              <a:srgbClr val="B9DE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928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ФАЙЛА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.docx  ✓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Читаемый .docx — почти наверняка распарсился и зачанковался нормально. Аномалии в объёме тут ожидать неоткуда.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169164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BEFDC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8928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ПОИСКА КАМЕРАТЫ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1945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найдено  ✗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862072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«приоритет отдается тем, которые способны оказать влияние на безопасность выпускаемой продукции» — в тексте прямым текстом, ассистент не нашёл.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1691640"/>
            <a:ext cx="4053535" cy="2286000"/>
          </a:xfrm>
          <a:prstGeom prst="roundRect">
            <a:avLst>
              <a:gd name="adj" fmla="val 3200"/>
            </a:avLst>
          </a:prstGeom>
          <a:solidFill>
            <a:srgbClr val="1228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1892808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9D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2194560"/>
            <a:ext cx="3596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Провал семантического поиска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2926080"/>
            <a:ext cx="3596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Бытовая формулировка вопроса против канцелярской формулировки документа — не ингестия.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553712"/>
            <a:ext cx="502920" cy="502920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19" name="Image 0" descr="/tmp/claude-0/-home-user-job-RAG/ef3eafce-311b-5f93-abd3-f923a7360240/scratchpad/pptx_build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61" y="4624121"/>
            <a:ext cx="362102" cy="36210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417320" y="4389120"/>
            <a:ext cx="99971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пометит этот документ как полностью здоровый — и будет права по своим критериям.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загрузкой всё в порядке; проблема — на другом слое пайплайна (калибровка политики поиска), не в ингестии. Это осознанная граница применимости, а не пробел в алгоритме.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— АЛГОРИТМ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независимых слоя проверки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 — от первого сработавшего правила: «жёстче — раньше»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5855" cy="731520"/>
          </a:xfrm>
          <a:prstGeom prst="roundRect">
            <a:avLst>
              <a:gd name="adj" fmla="val 8750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85623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196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Абсолютный пол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801368"/>
            <a:ext cx="67510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chunk_count &lt; 2 или extracted_chars &lt; 200 → FAIL независимо от статистики коллекции. Защитная сетка для маленьких/неровных коллекций (как у «Эко Ресурс» — 3–5 документов на тип), где percentile-статистика нестабильна.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11185855" cy="1600200"/>
          </a:xfrm>
          <a:prstGeom prst="roundRect">
            <a:avLst>
              <a:gd name="adj" fmla="val 4000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2706624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670048"/>
            <a:ext cx="32004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Статистический выброс относительно своей группы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51760"/>
            <a:ext cx="675101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= извлечённые_символы / размер_файла (распарсился ли бинарник — стабильно внутри original_format) и R2 = число_чанков / извлечённые_символы (гранулярность — сравнивается внутри бакета «коллекция + тип документа»). Бакет &lt; 8 документов → укрупняется до домена, затем платформы. Выброс — робастно (медиана + MAD, порог Iglewicz–Hoaglin): сильный → FAIL, слабый → WARN, малый бакет → low_confidence.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261104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4425696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89120"/>
            <a:ext cx="3200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Эвристика «битого» текста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370832"/>
            <a:ext cx="67510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replacement/контрольных символов, узость алфавита, доля токенов, похожих на настоящие слова. Не гипотетический риск: в этом же проекте catdoc без -s cp1251 -d utf-8 молча транслитерировал кириллицу в правдоподобную латиницу — без единой ошибки.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276088"/>
            <a:ext cx="11185855" cy="896112"/>
          </a:xfrm>
          <a:prstGeom prst="roundRect">
            <a:avLst>
              <a:gd name="adj" fmla="val 7143"/>
            </a:avLst>
          </a:prstGeom>
          <a:solidFill>
            <a:srgbClr val="FBEFDC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" y="5495544"/>
            <a:ext cx="457200" cy="457200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22" name="Image 0" descr="/tmp/claude-0/-home-user-job-RAG/ef3eafce-311b-5f93-abd3-f923a7360240/scratchpad/pptx_build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559552"/>
            <a:ext cx="329184" cy="32918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325880" y="5367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ЭТО НЕ ЛОВИТ — ЧЕСТНО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325880" y="5641848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Смысловую неверность при формально здоровом результате (случай 5.2 пройдёт как OK) · отсутствующий документ — это не FAIL, а отсутствие данных · точечная порча кодировки/диакритики может проскочить порог словарной эвристики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— ШИРЕ, ЧЕМ ОДИН КЛИЕНТ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режимов отказа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 — один подтверждённый на практике случай, а не вся проблема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2606040"/>
                <a:gridCol w="2542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 отказа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Ловит эвристика §2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Нужен другой сигнал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.doc / .xls / .ppt — явный провал парсера (18/24 = 75% корпуса «Эко Ресурс», причина 5/7 ошибок пилота)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целевой случай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Скан-PDF без текстового слоя — пробел, задокументированный вендором (RFI §3.3); в корпусе «Эко» — 0 из 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постфактум (0 чанков)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Флаг «нет текстового слоя» на этапе парсинга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Пароль/DRM-файлы — не задокументированы платформой ни в одну сторону, открытый вопрос к вендору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в пределе (0 чанков)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Явное исключение парсера на этапе чтения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Кодировка в .txt/.csv — риск легаси-экспортов 1С/Excel в cp1251; мы сами попали в это в этом проекте (catdoc без флагов)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— текст валиден по форме, объём в норме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распределения символов/языка — самый опасный: уверенный неверный ответ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Тихое усечение при превышении лимита (вендор: лимит 50 МБ, поведение при превышении не документировано)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Ненадёжно — чанков может быть «достаточно» для урезанного файла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Сравнение размера с лимитом до парсинга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Повреждённый/оборванный файл (обрыв при пакетной загрузке папки)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Частично, зависит от степени повреждения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Валидация контейнера при загрузке — уже опробована в converted-for-upload/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Дубли документов между коллекциями (access-audit.md §4.3)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применимо — риск доступа, не качества индексации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Отдельный механизм, вне периметра проверки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F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— ПРИОРИТЕТ РАЗРАБОТКИ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 при ограниченном времени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 × тихость отказа — не абстрактная серьёзность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545738" cy="2880360"/>
          </a:xfrm>
          <a:prstGeom prst="roundRect">
            <a:avLst>
              <a:gd name="adj" fmla="val 2540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993392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697480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.doc / .xls / .ppt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429000"/>
            <a:ext cx="30336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режим с измеренной частотой на реальном корпусе — 75%, 5 из 7 ошибок пилота — и дешевле всего ловится тем же алгоритмом (§2).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2978" y="1737360"/>
            <a:ext cx="3545738" cy="2880360"/>
          </a:xfrm>
          <a:prstGeom prst="roundRect">
            <a:avLst>
              <a:gd name="adj" fmla="val 2540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9010" y="1993392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901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9010" y="2697480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Повреждённый файл при пакетной загрузке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579010" y="3429000"/>
            <a:ext cx="30336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подтверждён числом на этом корпусе, но структурно вероятен и растёт линейно с объёмом ингестии; способ уже опробован вручную в этом же проекте.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43037" y="1737360"/>
            <a:ext cx="3545738" cy="2880360"/>
          </a:xfrm>
          <a:prstGeom prst="roundRect">
            <a:avLst>
              <a:gd name="adj" fmla="val 2540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9069" y="1993392"/>
            <a:ext cx="502920" cy="50292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99069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99069" y="2697480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Кодировка / транслитерация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399069" y="3429000"/>
            <a:ext cx="30336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Реже по частоте (в «Эко» не встретилась ни разу), но единственный режим, дающий не пустой, а уверенно неверный ответ, — качественно опаснее остальных.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892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Скан-PDF и пароль/DRM сознательно не в топ-3: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— задокументированный вендором риск без наблюдённой частоты, второе — вообще не задокументировано ни в одну сторону. В бэклоге — не переусложняем первую итерацию под гипотетические случаи.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— ИНТЕРФЕЙС ПЛАТФОРМЫ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это живёт в реальном интерфейсе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места поверх уже существующей навигации — без нового пункта меню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55768" cy="2263140"/>
          </a:xfrm>
          <a:prstGeom prst="roundRect">
            <a:avLst>
              <a:gd name="adj" fmla="val 3232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9280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/tmp/claude-0/-home-user-job-RAG/ef3eafce-311b-5f93-abd3-f923a7360240/scratchpad/pptx_build/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968" y="1954256"/>
            <a:ext cx="316017" cy="3160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87452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считается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41448"/>
            <a:ext cx="4998568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Синхронно (2.1–2.2) — сразу по завершении обработки документа, до статуса «готово». Асинхронно (2.3, эмбеддинг-детекция) — фоновым проходом по хэшу содержимого, по аналогии с «Граф код→таблица» (инкрементально, no-op без изменений).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33008" y="1691640"/>
            <a:ext cx="5455768" cy="2263140"/>
          </a:xfrm>
          <a:prstGeom prst="roundRect">
            <a:avLst>
              <a:gd name="adj" fmla="val 3232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1608" y="1892808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/tmp/claude-0/-home-user-job-RAG/ef3eafce-311b-5f93-abd3-f923a7360240/scratchpad/pptx_build/icons/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055" y="195425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55968" y="187452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видно администратору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461608" y="2441448"/>
            <a:ext cx="4998568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 «Здоровье» в «Источники → Документы» — та же цветовая семантика зелёный/жёлтый/красный, что «Граф доступа». Вкладка «Здоровье загрузки» на карточке коллекции — по аналогии с разведением «Граф доступа» на «Политики»/«Карта покрытия».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4229100"/>
            <a:ext cx="5455768" cy="2263140"/>
          </a:xfrm>
          <a:prstGeom prst="roundRect">
            <a:avLst>
              <a:gd name="adj" fmla="val 3232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4430268"/>
            <a:ext cx="438912" cy="438912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17" name="Image 2" descr="/tmp/claude-0/-home-user-job-RAG/ef3eafce-311b-5f93-abd3-f923a7360240/scratchpad/pptx_build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8" y="449171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441198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Поведение при FAIL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4978908"/>
            <a:ext cx="4998568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 не блокирует, а помечает: статус «готово» + видимый бейдж, уведомление владельцу документа и роли Data Steward, авто-исключение из активного индекса до разрешения. Порог настраивается на уровне коллекции — по логике порогов DLP (0.75/0.88).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33008" y="4229100"/>
            <a:ext cx="5455768" cy="2263140"/>
          </a:xfrm>
          <a:prstGeom prst="roundRect">
            <a:avLst>
              <a:gd name="adj" fmla="val 3232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61608" y="4430268"/>
            <a:ext cx="438912" cy="43891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2" name="Image 3" descr="/tmp/claude-0/-home-user-job-RAG/ef3eafce-311b-5f93-abd3-f923a7360240/scratchpad/pptx_build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055" y="4491716"/>
            <a:ext cx="316017" cy="31601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55968" y="441198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Бэкфилл уже загруженного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6461608" y="4978908"/>
            <a:ext cx="4998568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«Проверить здоровье загрузки» на карточке коллекции — прогоняет эвристику по уже существующим чанкам без повторной загрузки файлов (паттерн «Граф процедур»). Прогресс — на уже существующем экране «Очередь обработки».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— ПЛАН ВНЕДРЕНИЯ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фазы — от ретроактивной проверки до GA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545738" cy="4434840"/>
          </a:xfrm>
          <a:prstGeom prst="roundRect">
            <a:avLst>
              <a:gd name="adj" fmla="val 2063"/>
            </a:avLst>
          </a:prstGeom>
          <a:solidFill>
            <a:srgbClr val="12283A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62763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64208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331720"/>
            <a:ext cx="3033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«Эко Ресурс» — уже готово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291840"/>
            <a:ext cx="30336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pilot-test-01-analysis.md §3 уже предписывает снять число чанков; converted-for-upload/ — 24 файла в .docx готовы к перезаливке. Шаг: снять числа → залить → перепроверить 1.2/1.3/2.2/2.3/6.2.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1371600"/>
            <a:ext cx="3545738" cy="4434840"/>
          </a:xfrm>
          <a:prstGeom prst="roundRect">
            <a:avLst>
              <a:gd name="adj" fmla="val 2063"/>
            </a:avLst>
          </a:prstGeom>
          <a:solidFill>
            <a:srgbClr val="12283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9010" y="162763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9010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237378" y="1664208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9010" y="2331720"/>
            <a:ext cx="3033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Пилот на 1–2 аккаунтах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9010" y="3291840"/>
            <a:ext cx="30336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всех аккаунтов в docs/accounts/ и docs/analysis/ живой, меняющийся корпус есть только у двух: «Эко Ресурс» (фаза 0) и АО «Инвестиционная компания Д8» (активное тестирование). mz-arsenal и dairy-holding — pre-technical лиды без загруженного корпуса, технически не готовы.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43037" y="1371600"/>
            <a:ext cx="3545738" cy="4434840"/>
          </a:xfrm>
          <a:prstGeom prst="roundRect">
            <a:avLst>
              <a:gd name="adj" fmla="val 2063"/>
            </a:avLst>
          </a:prstGeom>
          <a:solidFill>
            <a:srgbClr val="12283A"/>
          </a:solidFill>
          <a:ln/>
        </p:spPr>
      </p:sp>
      <p:sp>
        <p:nvSpPr>
          <p:cNvPr id="17" name="Shape 15"/>
          <p:cNvSpPr/>
          <p:nvPr/>
        </p:nvSpPr>
        <p:spPr>
          <a:xfrm>
            <a:off x="8399069" y="1627632"/>
            <a:ext cx="548640" cy="54864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9069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57437" y="1664208"/>
            <a:ext cx="2448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399069" y="2331720"/>
            <a:ext cx="3033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Общая доступность (GA)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99069" y="3291840"/>
            <a:ext cx="30336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 только предупреждение, не блокировка — точная реализация зависит от решений §4. Warn-by-default особенно важен из-за риска калибровки (см. риски): жёсткая блокировка на неоткалиброванной эвристике рискует заблокировать легитимные загрузки.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— КОММЕРЧЕСКАЯ РАМКА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Дифференциатор — вместе с честной оговоркой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5855" cy="1965960"/>
          </a:xfrm>
          <a:prstGeom prst="roundRect">
            <a:avLst>
              <a:gd name="adj" fmla="val 3721"/>
            </a:avLst>
          </a:prstGeom>
          <a:solidFill>
            <a:srgbClr val="0E7C86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1965960"/>
            <a:ext cx="502920" cy="502920"/>
          </a:xfrm>
          <a:prstGeom prst="ellipse">
            <a:avLst/>
          </a:prstGeom>
          <a:solidFill>
            <a:srgbClr val="0B5E66"/>
          </a:solidFill>
          <a:ln/>
        </p:spPr>
      </p:sp>
      <p:pic>
        <p:nvPicPr>
          <p:cNvPr id="6" name="Image 0" descr="/tmp/claude-0/-home-user-job-RAG/ef3eafce-311b-5f93-abd3-f923a7360240/scratchpad/pptx_build/icons/brief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03636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9951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«Камерата ловит собственные ошибки загрузки раньше, чем это сделает ваш пилот»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606040"/>
            <a:ext cx="9951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Защитимое заявление: есть реальный, задокументированный пример обратного сценария — клиентский пилот, который нашёл силентный провал парсинга на своей шкуре, уже увидев пробелы. Не специфика «Эко» — любая RAG-платформа, принимающая легаси-.doc-корпус без проверки результата парсинга, подвержена тому же риску.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886200"/>
            <a:ext cx="11185855" cy="2331720"/>
          </a:xfrm>
          <a:prstGeom prst="roundRect">
            <a:avLst>
              <a:gd name="adj" fmla="val 3137"/>
            </a:avLst>
          </a:prstGeom>
          <a:solidFill>
            <a:srgbClr val="FBEFDC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5528" y="4142232"/>
            <a:ext cx="502920" cy="502920"/>
          </a:xfrm>
          <a:prstGeom prst="ellipse">
            <a:avLst/>
          </a:prstGeom>
          <a:solidFill>
            <a:srgbClr val="C98A2E"/>
          </a:solidFill>
          <a:ln/>
        </p:spPr>
      </p:sp>
      <p:pic>
        <p:nvPicPr>
          <p:cNvPr id="11" name="Image 1" descr="/tmp/claude-0/-home-user-job-RAG/ef3eafce-311b-5f93-abd3-f923a7360240/scratchpad/pptx_build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421264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4087368"/>
            <a:ext cx="9951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F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ОГОВОРКА, КОТОРАЯ ОБЯЗАНА ОСТАТЬСЯ ПРИКРЕПЛЁННОЙ К ЭТОМУ ПИТЧУ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4416552"/>
            <a:ext cx="99514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у «Эко» найдена ручным расследованием консультанта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открытием 25 файлов тремя разными инструментами и сравнением результатов, а не платформой автоматически. Ценность фичи — превратить этот разовый ручной криминалистический процесс в автоматический и постоянный, чтобы следующий клиент с .doc-тяжёлым корпусом получил предупреждение при загрузке, а не при разборе пилота. </a:t>
            </a:r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стоит подавать как «Камерата уже это умеет» — пока нет; это предложение как раз о том, что сделало бы это правдой.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— УСИЛИЯ, РИСКИ, ОТКРЫТЫЕ ВОПРОСЫ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Самая честная неизвестность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55768" cy="1554480"/>
          </a:xfrm>
          <a:prstGeom prst="roundRect">
            <a:avLst>
              <a:gd name="adj" fmla="val 4118"/>
            </a:avLst>
          </a:prstGeom>
          <a:solidFill>
            <a:srgbClr val="DFEFF0"/>
          </a:solidFill>
          <a:ln w="12700">
            <a:solidFill>
              <a:srgbClr val="B9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64792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39112"/>
            <a:ext cx="499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эвристика детекции (сравнение chunk_count/объёма текста с размером и типом файла) — небольшая, хорошо ограниченная логика, если пайплайн уже отдаёт оба числа на документ; фоновый воркер поверх уже существующего паттерна.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455768" cy="1554480"/>
          </a:xfrm>
          <a:prstGeom prst="roundRect">
            <a:avLst>
              <a:gd name="adj" fmla="val 4118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764792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СЛОЖНЕЕ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2039112"/>
            <a:ext cx="499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поверхность интерфейса (бейдж, уведомление) — предмет отдельной проработки с командой платформы. Бэкфилл в масштабе — фаза 0 на 24 документах тривиальна, тот же проход по всем клиентам без сбоев и без консультанта — задача другого порядка.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11185855" cy="2606040"/>
          </a:xfrm>
          <a:prstGeom prst="roundRect">
            <a:avLst>
              <a:gd name="adj" fmla="val 3158"/>
            </a:avLst>
          </a:prstGeom>
          <a:solidFill>
            <a:srgbClr val="C98A2E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630168"/>
            <a:ext cx="548640" cy="548640"/>
          </a:xfrm>
          <a:prstGeom prst="ellipse">
            <a:avLst/>
          </a:prstGeom>
          <a:solidFill>
            <a:srgbClr val="8F5C15"/>
          </a:solidFill>
          <a:ln/>
        </p:spPr>
      </p:sp>
      <p:pic>
        <p:nvPicPr>
          <p:cNvPr id="12" name="Image 0" descr="/tmp/claude-0/-home-user-job-RAG/ef3eafce-311b-5f93-abd3-f923a7360240/scratchpad/pptx_build/icons/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3706978"/>
            <a:ext cx="395021" cy="39502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508760" y="355701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A34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ЧЕСТНАЯ НЕИЗВЕСТНОСТЬ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384048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 один источник этого предложения не видел реальный вывод чанкинга платформы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526280"/>
            <a:ext cx="9905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D2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для здорового документа, ни для сломанного. Каждое число в §1 — из независимого извлечения (catdoc, подсчёт строк/символов), рассуждение о том, что должно быть, а не наблюдение того, что есть. Мы вывели, что аномалия обязана быть видна, — но не наблюдали её напрямую. Реальный порог требует реального распределения чанков по многим здоровым документам разного размера и формата — этого пока ни у кого нет. Первый подшаг фазы 0 — первая возможность получить хотя бы одну реальную точку данных; до накопления данных с нескольких аккаунтов в фазе 1 порог стоит считать открытым, не финальным.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" name="Image 0" descr="/tmp/claude-0/-home-user-job-RAG/ef3eafce-311b-5f93-abd3-f923a7360240/scratchpad/pptx_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9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566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9D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234440"/>
            <a:ext cx="11185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Находка пилота — баг в одном .doc-корпусе; предложение — превратить эту ручную проверку в автоматическую часть платформы до следующей демонстрации у клиента.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2606040"/>
            <a:ext cx="11185855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8346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СВЯЗАННЫЕ, НО ОТДЕЛЬНЫЕ МАТЕРИАЛЫ ПО ЭТОМУ АККАУНТУ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3246120"/>
            <a:ext cx="5410048" cy="2651760"/>
          </a:xfrm>
          <a:prstGeom prst="roundRect">
            <a:avLst>
              <a:gd name="adj" fmla="val 2759"/>
            </a:avLst>
          </a:prstGeom>
          <a:solidFill>
            <a:srgbClr val="1C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50215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3465576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Пилотный тест ответов СМК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16052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вопросов в 6 группах · 61% с пробелом · 7 подтверждённых ошибок поиска, из них 5 — с одной вероятной причиной: формат .doc не открывается инструментами конвертации.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5458968"/>
            <a:ext cx="4861408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5550408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pilot-test-01-analysis.md · pilot-test-01-presentation.pptx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78728" y="3246120"/>
            <a:ext cx="5410048" cy="2651760"/>
          </a:xfrm>
          <a:prstGeom prst="roundRect">
            <a:avLst>
              <a:gd name="adj" fmla="val 2759"/>
            </a:avLst>
          </a:prstGeom>
          <a:solidFill>
            <a:srgbClr val="1C3550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53048" y="3502152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53048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193128" y="3465576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Настройка доступа — АО «Эко Ресурс»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553048" y="416052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C7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RAG-доступ через домен «Эко» настроен и работает. Персона и RLS для структурных данных не заведены вовсе — и неизвестно, нужны ли они этому пилоту в принципе.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53048" y="5458968"/>
            <a:ext cx="4861408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53048" y="5550408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access-setup-map.pptx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1264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материала — самостоятельные разборы; содержание здесь не дублируется.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· 13–14.09.2026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подтвердилось, что нашли нового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52144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ретест на пилоте «Эко Ресурс» — после заявленного вендором фикса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545738" cy="2880360"/>
          </a:xfrm>
          <a:prstGeom prst="roundRect">
            <a:avLst>
              <a:gd name="adj" fmla="val 2540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993392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697480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Гипотеза подтвердилась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600000"/>
            <a:ext cx="3033674" cy="9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12.09: переконвертация дала n=3/3 верных ответа (вопросы 5.2, 6.2, 2.2) там, где исходная загрузка стабильно проваливалась три раунда подряд — первое реальное подтверждение эффекта, не только расчёт по §1.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2978" y="1737360"/>
            <a:ext cx="3545738" cy="2880360"/>
          </a:xfrm>
          <a:prstGeom prst="roundRect">
            <a:avLst>
              <a:gd name="adj" fmla="val 2540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9010" y="1993392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901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9010" y="2697480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 калибровки сбылся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579010" y="3600000"/>
            <a:ext cx="3033674" cy="9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13.09: повторная проверка того же документа (6.2) на той же ЭКО_2 неожиданно его не нашла. Один прогон — не статистика, но подтверждает предупреждение §7: нужен постоянный мониторинг, не разовый тест.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43037" y="1737360"/>
            <a:ext cx="3545738" cy="2880360"/>
          </a:xfrm>
          <a:prstGeom prst="roundRect">
            <a:avLst>
              <a:gd name="adj" fmla="val 2540"/>
            </a:avLst>
          </a:prstGeom>
          <a:solidFill>
            <a:srgbClr val="F6F8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9069" y="1993392"/>
            <a:ext cx="502920" cy="50292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99069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99069" y="2697480"/>
            <a:ext cx="30336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Найден отдельный баг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399069" y="3600000"/>
            <a:ext cx="3033674" cy="9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источника систематически не совпадает с текстом ответа (26 тестов, 13.09, протокол pilot-test-04) — подтверждено, НЕ исправлено вендором, шире исходного масштаба.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892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ошибка ингестии — документ уже есть в индексе.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§2 этот класс дефектов не поймает (см. §2 «чего это не ловит») — упомянуто как честное дополнение к карте проблем платформы, не как довод за эту фичу.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2026-09-11T16:28:05Z</dcterms:created>
  <dcterms:modified xsi:type="dcterms:W3CDTF">2026-09-11T16:28:05Z</dcterms:modified>
</cp:coreProperties>
</file>