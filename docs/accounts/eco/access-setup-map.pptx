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Не целевая архитектура, как во вчерашней презентации по демо-кейсу «Синапс», а честный снимок текущего состояния реального аккаунта на 11.09.2026. Источник фактов — docs/accounts/eco/access-audit.md.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Общая механика платформы, не специфика Эко. Для пилота используется Часть 1 (домен назначается напрямую пользователю). Третий слой из вчерашней презентации — база секретов (DLP) — здесь не нужен, у Эко про него ничего не известно и он не относится к текущему разбору.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слайд. Домен + DOAR — подтверждённый, штатный механизм (см. §4.1 access-audit.md). Персона отсутствует полностью — §4.2. Формулировка про governed_schemas — общая механика платформы (instrukciya-rls-nastroika-prav.md), а не факт, специфичный для Эко.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Сознательно сжатая карта — не как вчерашняя (4 домена / 4 коллекции / 8 персон / 8 пользователей). У Эко только 1 домен, 3 объекта, 1 пользователь, 0 персон. Владелец у всех объектов не заполнен — на доступ не влияет, поэтому на диаграмме не показано.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Оба риска — из §4.3 и §4.4 access-audit.md. Первый — подтверждённый факт структуры домена с понятным условным следствием («если...то»). Второй — открытый вопрос, поднятый как общая платформенная тема, не проверенный конкретно для eco/Fedoseeva — намеренно не выдумываем цифры по пересечению.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из четырёх пунктов §5 аудита — про доступ. Четвёртый пункт (.doc-файлы source/) намеренно вынесен на следующий слайд как отдельная, уже разобранная в другом месте тема пилотного теста.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Закрывающий слайд. Пилотный тест и предложение по авто-проверке — отдельные, уже построенные материалы этого же аккаунта; здесь только пойнтер, без повторения деталей.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ТЕХНИЧЕСКИЙ МАТЕРИАЛ · НАСТРОЙКА ДОСТУПА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Настройка доступа —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АО «Эко Ресурс»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5292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Текущее состояние платформы, не целевая архитектура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фактического доступа пользователя eco_user@itq-group.com на платформе «Камерата»: что уже настроено и работает, а что не заведено вовсе. В отличие от вчерашней карты для демо-кейса «Синапс» — это не проектирование целевой схемы, а честный снимок того, что есть на 11.09.2026.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89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пользователь  ·  1 домен  ·  3 объекта  ·  0 персон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18120" y="1417320"/>
            <a:ext cx="3916375" cy="960120"/>
          </a:xfrm>
          <a:prstGeom prst="roundRect">
            <a:avLst>
              <a:gd name="adj" fmla="val 7619"/>
            </a:avLst>
          </a:prstGeom>
          <a:solidFill>
            <a:srgbClr val="1C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9288" y="1687068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19288" y="16870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1563624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+ Domain Only Access Role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1911096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документам — настроен и работает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2633472"/>
            <a:ext cx="3916375" cy="960120"/>
          </a:xfrm>
          <a:prstGeom prst="roundRect">
            <a:avLst>
              <a:gd name="adj" fmla="val 7619"/>
            </a:avLst>
          </a:prstGeom>
          <a:solidFill>
            <a:srgbClr val="1C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9288" y="2903220"/>
            <a:ext cx="420624" cy="420624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19288" y="29032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779776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 + row-фильтры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3127248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структурным данным — не настроен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независимых механизма доступа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88136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экраны настройки платформы «Камерата», разные последствия ошибки. У «Эко» сегодня полноценно работает только один из двух.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5455768" cy="4279392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889AA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27632"/>
            <a:ext cx="5455768" cy="512064"/>
          </a:xfrm>
          <a:prstGeom prst="roundRect">
            <a:avLst>
              <a:gd name="adj" fmla="val 10714"/>
            </a:avLst>
          </a:prstGeom>
          <a:solidFill>
            <a:srgbClr val="0B5E6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83664"/>
            <a:ext cx="5455768" cy="256032"/>
          </a:xfrm>
          <a:prstGeom prst="rect">
            <a:avLst/>
          </a:prstGeom>
          <a:solidFill>
            <a:srgbClr val="0B5E66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9164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627632"/>
            <a:ext cx="4541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Домены + коллекции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34086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(RAG)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2688336"/>
            <a:ext cx="4943704" cy="347472"/>
          </a:xfrm>
          <a:prstGeom prst="roundRect">
            <a:avLst>
              <a:gd name="adj" fmla="val 13158"/>
            </a:avLst>
          </a:prstGeom>
          <a:solidFill>
            <a:srgbClr val="DFEFF0"/>
          </a:solidFill>
          <a:ln w="12700">
            <a:solidFill>
              <a:srgbClr val="B9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688336"/>
            <a:ext cx="494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E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Домен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75940" y="3035808"/>
            <a:ext cx="18288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145536"/>
            <a:ext cx="4943704" cy="347472"/>
          </a:xfrm>
          <a:prstGeom prst="roundRect">
            <a:avLst>
              <a:gd name="adj" fmla="val 13158"/>
            </a:avLst>
          </a:prstGeom>
          <a:solidFill>
            <a:srgbClr val="DFEFF0"/>
          </a:solidFill>
          <a:ln w="12700">
            <a:solidFill>
              <a:srgbClr val="B9DE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145536"/>
            <a:ext cx="494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E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Коллекция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75940" y="3493008"/>
            <a:ext cx="18288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602736"/>
            <a:ext cx="4943704" cy="347472"/>
          </a:xfrm>
          <a:prstGeom prst="roundRect">
            <a:avLst>
              <a:gd name="adj" fmla="val 13158"/>
            </a:avLst>
          </a:prstGeom>
          <a:solidFill>
            <a:srgbClr val="DFEFF0"/>
          </a:solidFill>
          <a:ln w="12700">
            <a:solidFill>
              <a:srgbClr val="B9DE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602736"/>
            <a:ext cx="494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E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Документы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133088"/>
            <a:ext cx="494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создаётся в Каталоге, коллекция привязывается к нему. Пользователь получает домен — напрямую (Часть 1) или через персону (Часть 2) — плюс роль Domain Only Access Role, иначе домен ничего не ограничивает.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5120640"/>
            <a:ext cx="4943704" cy="9144"/>
          </a:xfrm>
          <a:prstGeom prst="rect">
            <a:avLst/>
          </a:prstGeom>
          <a:solidFill>
            <a:srgbClr val="B9DEE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5248656"/>
            <a:ext cx="4943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чате виден только корпус документов своего домена — и ничего за его пределами.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78728" y="1627632"/>
            <a:ext cx="5455768" cy="4279392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889AA6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8728" y="1627632"/>
            <a:ext cx="5455768" cy="512064"/>
          </a:xfrm>
          <a:prstGeom prst="roundRect">
            <a:avLst>
              <a:gd name="adj" fmla="val 10714"/>
            </a:avLst>
          </a:prstGeom>
          <a:solidFill>
            <a:srgbClr val="A66C1D"/>
          </a:solidFill>
          <a:ln/>
        </p:spPr>
      </p:sp>
      <p:sp>
        <p:nvSpPr>
          <p:cNvPr id="24" name="Shape 22"/>
          <p:cNvSpPr/>
          <p:nvPr/>
        </p:nvSpPr>
        <p:spPr>
          <a:xfrm>
            <a:off x="6278728" y="1883664"/>
            <a:ext cx="5455768" cy="256032"/>
          </a:xfrm>
          <a:prstGeom prst="rect">
            <a:avLst/>
          </a:prstGeom>
          <a:solidFill>
            <a:srgbClr val="A66C1D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9896" y="169164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989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91960" y="1627632"/>
            <a:ext cx="4541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Персоны + row-фильтры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6534760" y="234086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СТРУКТУРНЫЕ ДАННЫЕ (SQL, ЧАТ ПО ДАННЫМ)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4760" y="2688336"/>
            <a:ext cx="4943704" cy="347472"/>
          </a:xfrm>
          <a:prstGeom prst="roundRect">
            <a:avLst>
              <a:gd name="adj" fmla="val 13158"/>
            </a:avLst>
          </a:prstGeom>
          <a:solidFill>
            <a:srgbClr val="FBEFDC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4760" y="2688336"/>
            <a:ext cx="494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Персона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97467" y="3035808"/>
            <a:ext cx="18288" cy="109728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6534760" y="3145536"/>
            <a:ext cx="4943704" cy="347472"/>
          </a:xfrm>
          <a:prstGeom prst="roundRect">
            <a:avLst>
              <a:gd name="adj" fmla="val 13158"/>
            </a:avLst>
          </a:prstGeom>
          <a:solidFill>
            <a:srgbClr val="FBEFDC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34760" y="3145536"/>
            <a:ext cx="494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Фильтр / маска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97467" y="3493008"/>
            <a:ext cx="18288" cy="109728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35" name="Shape 33"/>
          <p:cNvSpPr/>
          <p:nvPr/>
        </p:nvSpPr>
        <p:spPr>
          <a:xfrm>
            <a:off x="6534760" y="3602736"/>
            <a:ext cx="4943704" cy="347472"/>
          </a:xfrm>
          <a:prstGeom prst="roundRect">
            <a:avLst>
              <a:gd name="adj" fmla="val 13158"/>
            </a:avLst>
          </a:prstGeom>
          <a:solidFill>
            <a:srgbClr val="FBEFDC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34760" y="3602736"/>
            <a:ext cx="494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Таблицы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534760" y="4133088"/>
            <a:ext cx="494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 — шаблон: row-фильтры (WHERE с плейсхолдерами) и маскируемые колонки. Пользователь привязывается к персоне и получает значения плейсхолдеров. Без персоны шаблона нет вообще — ни одного правила.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534760" y="5120640"/>
            <a:ext cx="4943704" cy="9144"/>
          </a:xfrm>
          <a:prstGeom prst="rect">
            <a:avLst/>
          </a:prstGeom>
          <a:solidFill>
            <a:srgbClr val="EAD3A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34760" y="5248656"/>
            <a:ext cx="4943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Управляемая схема → 0 строк без ошибки. Неуправляемая → таблицы видны целиком.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185084" y="5907024"/>
            <a:ext cx="18288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1" name="Shape 39"/>
          <p:cNvSpPr/>
          <p:nvPr/>
        </p:nvSpPr>
        <p:spPr>
          <a:xfrm>
            <a:off x="9006611" y="5907024"/>
            <a:ext cx="18288" cy="109728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42" name="Shape 40"/>
          <p:cNvSpPr/>
          <p:nvPr/>
        </p:nvSpPr>
        <p:spPr>
          <a:xfrm>
            <a:off x="3185084" y="5998464"/>
            <a:ext cx="5821528" cy="18288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6053328"/>
            <a:ext cx="11277295" cy="384048"/>
          </a:xfrm>
          <a:prstGeom prst="roundRect">
            <a:avLst>
              <a:gd name="adj" fmla="val 14286"/>
            </a:avLst>
          </a:prstGeom>
          <a:solidFill>
            <a:srgbClr val="F1F4F6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605332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eco_user@itq-group.com — одна учётная запись. </a:t>
            </a:r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механизма применяются к нему одновременно и независимо друг от друга.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Текущее состояние: eco_user@itq-group.com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338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Половина доступа настроена и подтверждена; вторая половина не тронута вообще. Это самый важный слайд разбора.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5455768" cy="4754880"/>
          </a:xfrm>
          <a:prstGeom prst="roundRect">
            <a:avLst>
              <a:gd name="adj" fmla="val 1346"/>
            </a:avLst>
          </a:prstGeom>
          <a:solidFill>
            <a:srgbClr val="DFEFF0"/>
          </a:solidFill>
          <a:ln w="15875">
            <a:solidFill>
              <a:srgbClr val="B9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65376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47088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документы — настроено и работает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9808" y="2560320"/>
            <a:ext cx="82296" cy="82296"/>
          </a:xfrm>
          <a:prstGeom prst="ellipse">
            <a:avLst/>
          </a:prstGeom>
          <a:solidFill>
            <a:srgbClr val="0B5E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487168"/>
            <a:ext cx="4660240" cy="366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«Эко» — назначен напрямую пользователю (Часть 1 механизма).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2981452"/>
            <a:ext cx="82296" cy="82296"/>
          </a:xfrm>
          <a:prstGeom prst="ellipse">
            <a:avLst/>
          </a:prstGeom>
          <a:solidFill>
            <a:srgbClr val="0B5E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908300"/>
            <a:ext cx="4660240" cy="531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Consumer, Domain Only Access Role (прямые); Data Consumer — унаследована от команды Organization.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3567430"/>
            <a:ext cx="82296" cy="82296"/>
          </a:xfrm>
          <a:prstGeom prst="ellipse">
            <a:avLst/>
          </a:prstGeom>
          <a:solidFill>
            <a:srgbClr val="0B5E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494278"/>
            <a:ext cx="466024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«Разрешения»: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Only Access Policy → статус MIXED, 2 правила (ALLOW на объекты домена, DENY на всё остальное) — норма для DOAR, не ошибка.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" y="4318254"/>
            <a:ext cx="82296" cy="82296"/>
          </a:xfrm>
          <a:prstGeom prst="ellipse">
            <a:avLst/>
          </a:prstGeom>
          <a:solidFill>
            <a:srgbClr val="0B5E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245102"/>
            <a:ext cx="466024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движка прав: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явная запись «Access to domain: Эко» — ограничение зарегистрировано не только текстом в карточке.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5032502"/>
            <a:ext cx="4870552" cy="10973"/>
          </a:xfrm>
          <a:prstGeom prst="rect">
            <a:avLst/>
          </a:prstGeom>
          <a:solidFill>
            <a:srgbClr val="B9DE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5142230"/>
            <a:ext cx="487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5361686"/>
            <a:ext cx="4870552" cy="828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видит документы только из коллекций домена «Эко» — и ничего за его пределами.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8728" y="1572768"/>
            <a:ext cx="5455768" cy="4754880"/>
          </a:xfrm>
          <a:prstGeom prst="roundRect">
            <a:avLst>
              <a:gd name="adj" fmla="val 1346"/>
            </a:avLst>
          </a:prstGeom>
          <a:solidFill>
            <a:srgbClr val="FBEFDC"/>
          </a:solidFill>
          <a:ln w="15875">
            <a:solidFill>
              <a:srgbClr val="EAD3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71336" y="1865376"/>
            <a:ext cx="512064" cy="512064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71336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38848" y="1847088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8F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/ структурные данные — не настроено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571336" y="2560320"/>
            <a:ext cx="82296" cy="82296"/>
          </a:xfrm>
          <a:prstGeom prst="ellipse">
            <a:avLst/>
          </a:prstGeom>
          <a:solidFill>
            <a:srgbClr val="8F5C1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81648" y="2487168"/>
            <a:ext cx="4660240" cy="366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«Нет назначенной персоны», по умолчанию тоже не задана.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71336" y="2981452"/>
            <a:ext cx="82296" cy="82296"/>
          </a:xfrm>
          <a:prstGeom prst="ellipse">
            <a:avLst/>
          </a:prstGeom>
          <a:solidFill>
            <a:srgbClr val="8F5C1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81648" y="2908300"/>
            <a:ext cx="4660240" cy="366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 / маски: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одного — шаблона для их применения нет вообще.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71336" y="3402584"/>
            <a:ext cx="82296" cy="82296"/>
          </a:xfrm>
          <a:prstGeom prst="ellipse">
            <a:avLst/>
          </a:prstGeom>
          <a:solidFill>
            <a:srgbClr val="8F5C1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81648" y="3329432"/>
            <a:ext cx="4660240" cy="531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персоны (общий механизм платформы):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управляемая схема → 0 строк без ошибки; неуправляемая → таблицы видны целиком.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71336" y="3988562"/>
            <a:ext cx="82296" cy="82296"/>
          </a:xfrm>
          <a:prstGeom prst="ellipse">
            <a:avLst/>
          </a:prstGeom>
          <a:solidFill>
            <a:srgbClr val="8F5C1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81648" y="3915410"/>
            <a:ext cx="4660240" cy="531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вопрос: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у «Эко» вообще SQL-источники данных — неизвестно; секция актуальна, только если они есть.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71336" y="4537964"/>
            <a:ext cx="4870552" cy="10973"/>
          </a:xfrm>
          <a:prstGeom prst="rect">
            <a:avLst/>
          </a:prstGeom>
          <a:solidFill>
            <a:srgbClr val="EAD3A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71336" y="4647692"/>
            <a:ext cx="487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571336" y="4867148"/>
            <a:ext cx="4870552" cy="132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строк или полностью открытые таблицы — зависит от того, входит ли схема «Эко» в governed_schemas. Это общий механизм платформы, не специфика «Эко».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Карта: домен «Эко» → 3 объекта → 1 пользователь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338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документов внутри коллекций — не проверено. На диаграмме — только то, что подтверждено по карточкам платформы.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678528" y="178308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0B5E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678528" y="17830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 Эко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6704" y="2350008"/>
            <a:ext cx="18288" cy="274320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7" name="Shape 5"/>
          <p:cNvSpPr/>
          <p:nvPr/>
        </p:nvSpPr>
        <p:spPr>
          <a:xfrm>
            <a:off x="2483968" y="2624328"/>
            <a:ext cx="7223760" cy="18288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8" name="Shape 6"/>
          <p:cNvSpPr/>
          <p:nvPr/>
        </p:nvSpPr>
        <p:spPr>
          <a:xfrm>
            <a:off x="2474824" y="2624328"/>
            <a:ext cx="18288" cy="146304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9" name="Shape 7"/>
          <p:cNvSpPr/>
          <p:nvPr/>
        </p:nvSpPr>
        <p:spPr>
          <a:xfrm>
            <a:off x="860908" y="278892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B9DE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5500" y="2935224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DFEF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25500" y="2935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25500" y="329184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25500" y="345643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25500" y="375818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коллекция домена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6704" y="2624328"/>
            <a:ext cx="18288" cy="146304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16" name="Shape 14"/>
          <p:cNvSpPr/>
          <p:nvPr/>
        </p:nvSpPr>
        <p:spPr>
          <a:xfrm>
            <a:off x="4472788" y="278892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B9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7380" y="2935224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DFEF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37380" y="2935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37380" y="329184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637380" y="345643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Fedoseeva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37380" y="375818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Регламентная коллекция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98584" y="2624328"/>
            <a:ext cx="18288" cy="146304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23" name="Shape 21"/>
          <p:cNvSpPr/>
          <p:nvPr/>
        </p:nvSpPr>
        <p:spPr>
          <a:xfrm>
            <a:off x="8084668" y="278892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B9DE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9260" y="2935224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DFEF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49260" y="2935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49260" y="329184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49260" y="345643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uploads_user_eco_user__misc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49260" y="375818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Похожа на личную папку загрузок eco_user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74824" y="4114800"/>
            <a:ext cx="18288" cy="256032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30" name="Shape 28"/>
          <p:cNvSpPr/>
          <p:nvPr/>
        </p:nvSpPr>
        <p:spPr>
          <a:xfrm>
            <a:off x="6086704" y="4114800"/>
            <a:ext cx="18288" cy="256032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31" name="Shape 29"/>
          <p:cNvSpPr/>
          <p:nvPr/>
        </p:nvSpPr>
        <p:spPr>
          <a:xfrm>
            <a:off x="9698584" y="4114800"/>
            <a:ext cx="18288" cy="256032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32" name="Shape 30"/>
          <p:cNvSpPr/>
          <p:nvPr/>
        </p:nvSpPr>
        <p:spPr>
          <a:xfrm>
            <a:off x="2483968" y="4370832"/>
            <a:ext cx="7223760" cy="18288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33" name="Shape 31"/>
          <p:cNvSpPr/>
          <p:nvPr/>
        </p:nvSpPr>
        <p:spPr>
          <a:xfrm>
            <a:off x="6086704" y="4370832"/>
            <a:ext cx="18288" cy="237744"/>
          </a:xfrm>
          <a:prstGeom prst="rect">
            <a:avLst/>
          </a:prstGeom>
          <a:solidFill>
            <a:srgbClr val="AFC0CC"/>
          </a:solidFill>
          <a:ln/>
        </p:spPr>
      </p:sp>
      <p:sp>
        <p:nvSpPr>
          <p:cNvPr id="34" name="Shape 32"/>
          <p:cNvSpPr/>
          <p:nvPr/>
        </p:nvSpPr>
        <p:spPr>
          <a:xfrm>
            <a:off x="4175608" y="4626864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A66C1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175608" y="46268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eco_user@itq-group.com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5358384"/>
            <a:ext cx="11277295" cy="566928"/>
          </a:xfrm>
          <a:prstGeom prst="roundRect">
            <a:avLst>
              <a:gd name="adj" fmla="val 9677"/>
            </a:avLst>
          </a:prstGeom>
          <a:solidFill>
            <a:srgbClr val="FBEFDC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358384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F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вопрос: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документов внутри eco и Fedoseeva не проверено, как и возможное пересечение между ними. Плюс служебный Qdrant-namespace ns_Эко (Search Services) — техническая часть поиска, не документная коллекция, на диаграмме не показан.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открытых риска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3385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— подтверждённый факт с понятным следствием. Второй — общий риск платформы, не проверенный для этой конкретной пары коллекций.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55768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88900" dist="25400" dir="5400000">
              <a:srgbClr val="889AA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56816"/>
            <a:ext cx="426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Личные загрузки в общем домене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2633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80944"/>
            <a:ext cx="490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uploads_user_eco_user__misc лежит в том же домене «Эко», что и общие коллекции eco и Fedoseeva.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694176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A66C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041648"/>
            <a:ext cx="490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домен «Эко» когда-нибудь назначат ещё кому-то, кроме eco_user, — личные загрузки этого пользователя автоматически станут видны и остальным обладателям домена.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505663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50566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404104"/>
            <a:ext cx="490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всех пользователей с доменом «Эко» — прежде чем расширять доступ кому-либо ещё.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1737360"/>
            <a:ext cx="5455768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88900" dist="25400" dir="5400000">
              <a:srgbClr val="889AA6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53048" y="1993392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5304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1956816"/>
            <a:ext cx="426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Возможное дублирование документов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53048" y="2633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A66C1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53048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ПРОВЕРЕНО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53048" y="2980944"/>
            <a:ext cx="4907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Пересечение содержимого между eco и Fedoseeva для «Эко» не проверялось — это общий риск, поднятый по платформе в целом, не факт про эту пару коллекций.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53048" y="38404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53048" y="38404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ВАЖНО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553048" y="4187952"/>
            <a:ext cx="490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один документ загружен в несколько коллекций — разделение по доменам теряет смысл (обе аудитории получают к нему доступ), плюс риск версионного расхождения при правке только одной копии.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53048" y="5294376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53048" y="52943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553048" y="564184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Сверить содержимое eco/Fedoseeva на дубли при следующей загрузке документов из source/.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доделать технически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33856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пункта из аудита — ни один не закрывается по уже имеющимся материалам, все требуют либо доступа на платформе, либо ответа заказчика.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77295" cy="1298448"/>
          </a:xfrm>
          <a:prstGeom prst="roundRect">
            <a:avLst>
              <a:gd name="adj" fmla="val 4930"/>
            </a:avLst>
          </a:prstGeom>
          <a:solidFill>
            <a:srgbClr val="1C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226564"/>
            <a:ext cx="502920" cy="50292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2265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93392"/>
            <a:ext cx="10042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ещё назначен домен «Эко»?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77440"/>
            <a:ext cx="10042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9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Кроме eco_user — от этого зависит, насколько реален риск с личными загрузками пользователя в общем домене (слайд 5).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28416"/>
            <a:ext cx="11277295" cy="1298448"/>
          </a:xfrm>
          <a:prstGeom prst="roundRect">
            <a:avLst>
              <a:gd name="adj" fmla="val 4930"/>
            </a:avLst>
          </a:prstGeom>
          <a:solidFill>
            <a:srgbClr val="1C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726180"/>
            <a:ext cx="502920" cy="50292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37261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93008"/>
            <a:ext cx="10042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ли «Эко» персона для RLS вообще?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877056"/>
            <a:ext cx="10042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9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если у пилота есть структурные (SQL) источники данных помимо документов СМК. Это вопрос заказчику, а не предположение — сейчас неизвестно, есть ли такие источники.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828032"/>
            <a:ext cx="11277295" cy="1298448"/>
          </a:xfrm>
          <a:prstGeom prst="roundRect">
            <a:avLst>
              <a:gd name="adj" fmla="val 4930"/>
            </a:avLst>
          </a:prstGeom>
          <a:solidFill>
            <a:srgbClr val="1C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5225796"/>
            <a:ext cx="502920" cy="50292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52257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992624"/>
            <a:ext cx="10042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Сверить eco / Fedoseeva на дубли документов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376672"/>
            <a:ext cx="10042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9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появится доступ к списку загруженного содержимого коллекций — сопоставить корпуса на предмет пересечения.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docs/accounts/eco/access-audit.md, §5 «Что проверить дальше». Пункт про .doc-файлы из того же раздела — отдельная тема пилотного теста, см. следующий слайд.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и связанные материалы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914400"/>
          </a:xfrm>
          <a:prstGeom prst="roundRect">
            <a:avLst>
              <a:gd name="adj" fmla="val 7000"/>
            </a:avLst>
          </a:prstGeom>
          <a:solidFill>
            <a:srgbClr val="1C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344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RAG-доступ через домен «Эко» настроен и работает. </a:t>
            </a:r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 и RLS для структурных данных не заведены вовсе — и неизвестно, нужны ли они этому пилоту в принципе.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СВЯЗАННЫЕ, НО ОТДЕЛЬНЫЕ МАТЕРИАЛЫ ПО ЭТОМУ АККАУНТУ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5455768" cy="2468880"/>
          </a:xfrm>
          <a:prstGeom prst="roundRect">
            <a:avLst>
              <a:gd name="adj" fmla="val 2593"/>
            </a:avLst>
          </a:prstGeom>
          <a:solidFill>
            <a:srgbClr val="1C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9067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054096"/>
            <a:ext cx="428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тест ответов СМК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03320"/>
            <a:ext cx="4907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вопросов в 6 группах · 61% с пробелом · 7 подтверждённых ошибок поиска, из них 5 — с одной вероятной причиной: формат .doc не открывается инструментами конвертации.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791456"/>
            <a:ext cx="4907128" cy="10973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919472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pilot-test-01-analysis.md · pilot-test-01-presentation.pptx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8728" y="2834640"/>
            <a:ext cx="5455768" cy="2468880"/>
          </a:xfrm>
          <a:prstGeom prst="roundRect">
            <a:avLst>
              <a:gd name="adj" fmla="val 2593"/>
            </a:avLst>
          </a:prstGeom>
          <a:solidFill>
            <a:srgbClr val="1C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53048" y="309067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53048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174840" y="3054096"/>
            <a:ext cx="428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Предложение: автопроверка здоровья загрузки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3703320"/>
            <a:ext cx="4907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автоматической проверки здоровья ингестии документов — поймал бы проблему формата ещё до пилота. Отдельное продуктовое предложение, не часть этого разбора доступа.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53048" y="4791456"/>
            <a:ext cx="4907128" cy="10973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53048" y="4919472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proverka-zdorovya-zagruzki-predlozhenie.md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материала — самостоятельные разборы, содержание здесь не дублируется.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доступа — АО «Эко Ресурс»</dc:title>
  <dc:subject>PptxGenJS Presentation</dc:subject>
  <dc:creator>job-RAG</dc:creator>
  <cp:lastModifiedBy>job-RAG</cp:lastModifiedBy>
  <cp:revision>1</cp:revision>
  <dcterms:created xsi:type="dcterms:W3CDTF">2026-09-11T16:03:14Z</dcterms:created>
  <dcterms:modified xsi:type="dcterms:W3CDTF">2026-09-11T16:03:14Z</dcterms:modified>
</cp:coreProperties>
</file>