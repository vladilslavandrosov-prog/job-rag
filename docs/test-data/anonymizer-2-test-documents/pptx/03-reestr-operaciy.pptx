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операций клиентов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АО «Инвестиционная компания Д8» — 01.08.2026 — 05.08.2026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ТЕСТОВЫЕ ДАННЫЕ. Синтетические ФИО и реквизиты созданы для проверки сценария «Анонимизатор-2» (обезличивание в документе) из Приложения №1 к Договору № ИКД-1-PRO. Реальные лица не задействованы.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Операции за период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114300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103120"/>
                <a:gridCol w="1371600"/>
                <a:gridCol w="1463040"/>
                <a:gridCol w="1463040"/>
                <a:gridCol w="1737360"/>
                <a:gridCol w="173736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СНИЛС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Телефон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Договор 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Счёт 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Сумма,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Воронцов Дмитрий Сергеевич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631087654321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345-678-901 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+7 925 555-11-22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ИКД-1-PRO-TEST-003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40817810900001112233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458 000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Смирнов Пётр Александрович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770912345678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123-456-789 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+7 916 123-45-67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ИКД-1-PRO-TEST-001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40817810900001234567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1 250 000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Кузнецова Анна Викторовна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500212349087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234-567-890 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+7 903 765-43-21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ИКД-1-PRO-TEST-002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40817810900007654321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875 500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Егорова Мария Николаевна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780345678912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456-789-012 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+7 981 222-33-44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ИКД-1-PRO-TEST-004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40817810900009998877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2 340 000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Павлов Игорь Олегович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165098765432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567-890-123 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+7 917 444-55-66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ИКД-1-PRO-TEST-005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40817810900005556677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612 300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ТЕСТОВЫЕ ДАННЫЕ. Синтетические ФИО и реквизиты созданы для проверки сценария «Анонимизатор-2» (обезличивание в документе) из Приложения №1 к Договору № ИКД-1-PRO. Реальные лица не задействованы.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2026-08-06T16:20:07Z</dcterms:created>
  <dcterms:modified xsi:type="dcterms:W3CDTF">2026-08-06T16:20:07Z</dcterms:modified>
</cp:coreProperties>
</file>