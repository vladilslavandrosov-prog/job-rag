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клиента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Смирнов Пётр Александрович — договор № ИКД-1-PRO-TEST-001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ДАННЫЕ. Синтетические ФИО и реквизиты созданы для проверки сценария «Анонимизатор-2» (обезличивание в документе) из Приложения №1 к Договору № ИКД-1-PRO. Реальные лица не задействованы.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данные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Смирнов Пётр Александрович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рождения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14.03.1985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Паспорт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4510 123456, ОВД района Хамовники г. Москвы, 22.05.2010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770912345678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СНИЛС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123-456-789 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ДАННЫЕ. Синтетические ФИО и реквизиты созданы для проверки сценария «Анонимизатор-2» (обезличивание в документе) из Приложения №1 к Договору № ИКД-1-PRO. Реальные лица не задействованы.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и реквизиты договора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 регистрации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г. Москва, ул. Тестовая, д. 12, кв.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Телефон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+7 916 123-45-67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p.smirnov.test@example.ru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Номер договора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ИКД-1-PRO-TEST-001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Номер счёта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40817810900001234567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Банковская карта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4111 1111 1111 1234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ДАННЫЕ. Синтетические ФИО и реквизиты созданы для проверки сценария «Анонимизатор-2» (обезличивание в документе) из Приложения №1 к Договору № ИКД-1-PRO. Реальные лица не задействованы.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2026-08-06T16:20:07Z</dcterms:created>
  <dcterms:modified xsi:type="dcterms:W3CDTF">2026-08-06T16:20:07Z</dcterms:modified>
</cp:coreProperties>
</file>