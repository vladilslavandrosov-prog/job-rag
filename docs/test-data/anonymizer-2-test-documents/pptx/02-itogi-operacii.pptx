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операции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Кузнецова Анна Викторовна — договор № ИКД-1-PRO-TEST-002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ДАННЫЕ. Синтетические ФИО и реквизиты созданы для проверки сценария «Анонимизатор-2» (обезличивание в документе) из Приложения №1 к Договору № ИКД-1-PRO. Реальные лица не задействованы.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клиента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Кузнецова Анна Викторовна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500212349087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СНИЛС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234-567-890 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Телефон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+7 903 765-43-21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a.kuznetsova.test@example.ru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 регистрации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г. Санкт-Петербург, пр. Примерный, д. 8, кв. 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ДАННЫЕ. Синтетические ФИО и реквизиты созданы для проверки сценария «Анонимизатор-2» (обезличивание в документе) из Приложения №1 к Договору № ИКД-1-PRO. Реальные лица не задействованы.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операции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Номер договора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ИКД-1-PRO-TEST-002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Номер счёта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40817810900007654321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 операции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1 250 000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операции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03.08.2026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проведена в штатном режиме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ДАННЫЕ. Синтетические ФИО и реквизиты созданы для проверки сценария «Анонимизатор-2» (обезличивание в документе) из Приложения №1 к Договору № ИКД-1-PRO. Реальные лица не задействованы.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2026-08-06T16:20:07Z</dcterms:created>
  <dcterms:modified xsi:type="dcterms:W3CDTF">2026-08-06T16:20:07Z</dcterms:modified>
</cp:coreProperties>
</file>