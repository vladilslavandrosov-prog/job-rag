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54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ru-RU" sz="1400" b="0" i="0" u="none" strike="noStrike">
                <a:solidFill>
                  <a:srgbClr val="000000"/>
                </a:solidFill>
                <a:latin typeface="Arial"/>
              </a:rPr>
              <a:t>Выручка ООО «Прайм Девелопмент», млн ₽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Выручка, млн ₽</c:v>
                </c:pt>
              </c:strCache>
            </c:strRef>
          </c:tx>
          <c:spPr>
            <a:solidFill>
              <a:srgbClr val="1F3B5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5A6B7A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312</c:v>
                </c:pt>
                <c:pt idx="1">
                  <c:v>405</c:v>
                </c:pt>
                <c:pt idx="2">
                  <c:v>518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F0-43DB-BB67-64A7E97D7B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0115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Докладчик: заявку курирует менеджер Санина В. П., вн. тел. 30-45.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Контакт финдиректора: k.averin@primedev.ru, моб. 8-916-345-67-89. В прошлой версии слайда была опечатка в ИНН (7716009999) — исправлено.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Справочно: выписку ЕГРЮЛ запросила юрист Мироненко А. Д. (a.mironenko@bank-test.ru).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Заявка № КР-556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dirty="0">
                <a:solidFill>
                  <a:srgbClr val="C9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Заёмщик: ООО «Прайм Девелопмент» (ИНН</a:t>
            </a:r>
            <a:r>
              <a:rPr lang="ru-RU" sz="2200" dirty="0">
                <a:solidFill>
                  <a:srgbClr val="C9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b="1" dirty="0"/>
              <a:t>7705123452</a:t>
            </a:r>
            <a:r>
              <a:rPr lang="en-US" sz="2200" dirty="0">
                <a:solidFill>
                  <a:srgbClr val="C9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38214" y="5943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Кредитный комитет · 14.04.2026 ·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Параметры заявки и участники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318014"/>
              </p:ext>
            </p:extLst>
          </p:nvPr>
        </p:nvGraphicFramePr>
        <p:xfrm>
          <a:off x="731520" y="1371600"/>
          <a:ext cx="10698480" cy="303276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Параметр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Заёмщик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ООО «Прайм Девелопмент», ИНН </a:t>
                      </a: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7705123452</a:t>
                      </a: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ОГРН </a:t>
                      </a: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1027700132195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Бенефициар (60%)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Аверин Константин Львович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Поручитель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Аверина Светлана Игоревна, паспорт 4509 662211, выдан 30.07.2009 ОУФМС по р-ну Останкинский г. Москвы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Запрашиваемая сумма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45 000 000 ₽ сроком на 36 месяцев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Расчётный счёт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40702810123456789012</a:t>
                      </a: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в ПАО «Тестбанк», БИК 044525225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Финансовые показатели заёмщика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731520" y="1371600"/>
          <a:ext cx="64008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498080" y="164592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Обслуживание долга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Действующий кредит № КД-102/24 на 18 000 000 ₽ обслуживается без просрочек.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Залог: нежилое помещение, кадастровый № 77:02:0004011:2345.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184</Words>
  <Application>Microsoft Office PowerPoint</Application>
  <PresentationFormat>Широкоэкранный</PresentationFormat>
  <Paragraphs>27</Paragraphs>
  <Slides>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Trinchuk Lyubov</cp:lastModifiedBy>
  <cp:revision>3</cp:revision>
  <dcterms:created xsi:type="dcterms:W3CDTF">2026-08-26T08:11:35Z</dcterms:created>
  <dcterms:modified xsi:type="dcterms:W3CDTF">2026-08-26T08:56:01Z</dcterms:modified>
</cp:coreProperties>
</file>